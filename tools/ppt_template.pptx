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xml"/>
  <Override PartName="/customXml/item1.xml" ContentType="application/xml"/>
  <Override PartName="/customXml/itemProps1.xml" ContentType="application/vnd.openxmlformats-officedocument.customXmlProperties+xml"/>
  <Override PartName="/customXml/item2.xml" ContentType="application/xml"/>
  <Override PartName="/customXml/_rels/item1.xml.rels" ContentType="application/vnd.openxmlformats-package.relationships+xml"/>
  <Override PartName="/customXml/_rels/item2.xml.rels" ContentType="application/vnd.openxmlformats-package.relationships+xml"/>
  <Override PartName="/customXml/_rels/item3.xml.rels" ContentType="application/vnd.openxmlformats-package.relationships+xml"/>
  <Override PartName="/customXml/itemProps2.xml" ContentType="application/vnd.openxmlformats-officedocument.customXmlProperties+xml"/>
  <Override PartName="/customXml/item3.xml" ContentType="application/xml"/>
  <Override PartName="/customXml/itemProps3.xml" ContentType="application/vnd.openxmlformats-officedocument.customXml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13.xml" ContentType="application/vnd.openxmlformats-officedocument.theme+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_rels/notesSlide1.xml.rels" ContentType="application/vnd.openxmlformats-package.relationships+xml"/>
  <Override PartName="/ppt/notesSlides/_rels/notesSlide3.xml.rels" ContentType="application/vnd.openxmlformats-package.relationships+xml"/>
  <Override PartName="/ppt/notesSlides/_rels/notesSlide4.xml.rels" ContentType="application/vnd.openxmlformats-package.relationships+xml"/>
  <Override PartName="/ppt/notesSlides/_rels/notesSlide6.xml.rels" ContentType="application/vnd.openxmlformats-package.relationships+xml"/>
  <Override PartName="/ppt/notesSlides/_rels/notesSlide7.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media/image1.png" ContentType="image/png"/>
  <Override PartName="/ppt/media/image2.png" ContentType="image/png"/>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microsoft.com/office/2020/02/relationships/classificationlabels" Target="docMetadata/LabelInfo.xml"/><Relationship Id="rId8"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Lst>
  <p:sldSz cx="9144000" cy="6858000"/>
  <p:notesSz cx="7010400" cy="92964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PlaceHolder 1"/>
          <p:cNvSpPr>
            <a:spLocks noGrp="1"/>
          </p:cNvSpPr>
          <p:nvPr>
            <p:ph type="sldImg"/>
          </p:nvPr>
        </p:nvSpPr>
        <p:spPr>
          <a:xfrm>
            <a:off x="0" y="764280"/>
            <a:ext cx="0" cy="0"/>
          </a:xfrm>
          <a:prstGeom prst="rect">
            <a:avLst/>
          </a:prstGeom>
          <a:noFill/>
          <a:ln w="0">
            <a:noFill/>
          </a:ln>
        </p:spPr>
        <p:txBody>
          <a:bodyPr lIns="0" rIns="0" tIns="0" bIns="0" anchor="ctr">
            <a:noAutofit/>
          </a:bodyPr>
          <a:p>
            <a:r>
              <a:rPr b="0" lang="en-US" sz="1800" strike="noStrike" u="none">
                <a:solidFill>
                  <a:schemeClr val="dk1"/>
                </a:solidFill>
                <a:effectLst/>
                <a:uFillTx/>
                <a:latin typeface="Calibri"/>
              </a:rPr>
              <a:t>Click to move the slide</a:t>
            </a:r>
            <a:endParaRPr b="0" lang="en-US" sz="1800" strike="noStrike" u="none">
              <a:solidFill>
                <a:schemeClr val="dk1"/>
              </a:solidFill>
              <a:effectLst/>
              <a:uFillTx/>
              <a:latin typeface="Calibri"/>
            </a:endParaRPr>
          </a:p>
        </p:txBody>
      </p:sp>
      <p:sp>
        <p:nvSpPr>
          <p:cNvPr id="78"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Click to edit the notes format</a:t>
            </a:r>
            <a:endParaRPr b="0" lang="en-US" sz="2000" strike="noStrike" u="none">
              <a:solidFill>
                <a:srgbClr val="000000"/>
              </a:solidFill>
              <a:effectLst/>
              <a:uFillTx/>
              <a:latin typeface="Arial"/>
            </a:endParaRPr>
          </a:p>
        </p:txBody>
      </p:sp>
      <p:sp>
        <p:nvSpPr>
          <p:cNvPr id="79"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&lt;header&gt;</a:t>
            </a:r>
            <a:endParaRPr b="0" lang="en-US" sz="1400" strike="noStrike" u="none">
              <a:solidFill>
                <a:srgbClr val="000000"/>
              </a:solidFill>
              <a:effectLst/>
              <a:uFillTx/>
              <a:latin typeface="Times New Roman"/>
            </a:endParaRPr>
          </a:p>
        </p:txBody>
      </p:sp>
      <p:sp>
        <p:nvSpPr>
          <p:cNvPr id="80" name="PlaceHolder 4"/>
          <p:cNvSpPr>
            <a:spLocks noGrp="1"/>
          </p:cNvSpPr>
          <p:nvPr>
            <p:ph type="dt" idx="19"/>
          </p:nvPr>
        </p:nvSpPr>
        <p:spPr>
          <a:xfrm>
            <a:off x="4399200" y="0"/>
            <a:ext cx="3372840" cy="50256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
        <p:nvSpPr>
          <p:cNvPr id="81" name="PlaceHolder 5"/>
          <p:cNvSpPr>
            <a:spLocks noGrp="1"/>
          </p:cNvSpPr>
          <p:nvPr>
            <p:ph type="ftr" idx="20"/>
          </p:nvPr>
        </p:nvSpPr>
        <p:spPr>
          <a:xfrm>
            <a:off x="0" y="9555480"/>
            <a:ext cx="3372840" cy="50256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82" name="PlaceHolder 6"/>
          <p:cNvSpPr>
            <a:spLocks noGrp="1"/>
          </p:cNvSpPr>
          <p:nvPr>
            <p:ph type="sldNum" idx="21"/>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454217F9-7D88-486F-89F4-F3F625C4BF50}"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hyperlink" Target="https://eohhs.ehs.state.ma.us/DTA/PolicyOnline/BEACON5/!SSL!/WebHelp/index.htm#t=SNAP%2FExpenses_and_Deductions%2FHousehold_Expenses%2FStandard_Utility_Expenses%2FTelephone_Standard_Utility_Allowance_Telephone_SUA.htm&amp;rhsearch=Telephone%20Standard%20Utility%20Allowance%20(Telephone&#160;SUA)" TargetMode="External"/><Relationship Id="rId2" Type="http://schemas.openxmlformats.org/officeDocument/2006/relationships/hyperlink" Target="https://eohhs.ehs.state.ma.us/DTA/PolicyOnline/BEACON5/!SSL!/WebHelp/index.htm#t=SNAP%2FExpenses_and_Deductions%2FHousehold_Expenses%2FStandard_Utility_Expenses%2FNon_Heating_Standard_Utility_Allowance_Non_Heating_SUA.htm&amp;rhsearch=Telephone%20Standard%20Utility%20Allowance%20(Telephone&#160;SUA)" TargetMode="External"/><Relationship Id="rId3" Type="http://schemas.openxmlformats.org/officeDocument/2006/relationships/slide" Target="../slides/slide3.xml"/><Relationship Id="rId4"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hyperlink" Target="https://eohhs.ehs.state.ma.us/DTA/PolicyOnline/BEACON5/!SSL!/WebHelp/Cross_Programs/Telephonic_Signature/TS.htm" TargetMode="External"/><Relationship Id="rId2" Type="http://schemas.openxmlformats.org/officeDocument/2006/relationships/hyperlink" Target="https://eohhs.ehs.state.ma.us/DTA/PolicyOnline/BEACON5/!SSL!/WebHelp/Cross_Programs/Telephonic_Signature/Telephonic_Signature_Q_and_A.htm" TargetMode="External"/><Relationship Id="rId3" Type="http://schemas.openxmlformats.org/officeDocument/2006/relationships/slide" Target="../slides/slide4.xml"/><Relationship Id="rId4"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PlaceHolder 1"/>
          <p:cNvSpPr>
            <a:spLocks noGrp="1"/>
          </p:cNvSpPr>
          <p:nvPr>
            <p:ph type="sldImg"/>
          </p:nvPr>
        </p:nvSpPr>
        <p:spPr>
          <a:xfrm>
            <a:off x="1414440" y="1162080"/>
            <a:ext cx="4181040" cy="3136680"/>
          </a:xfrm>
          <a:prstGeom prst="rect">
            <a:avLst/>
          </a:prstGeom>
          <a:ln w="0">
            <a:noFill/>
          </a:ln>
        </p:spPr>
      </p:sp>
      <p:sp>
        <p:nvSpPr>
          <p:cNvPr id="102" name="PlaceHolder 2"/>
          <p:cNvSpPr>
            <a:spLocks noGrp="1"/>
          </p:cNvSpPr>
          <p:nvPr>
            <p:ph type="body"/>
          </p:nvPr>
        </p:nvSpPr>
        <p:spPr>
          <a:xfrm>
            <a:off x="700920" y="4473720"/>
            <a:ext cx="5608080" cy="3660120"/>
          </a:xfrm>
          <a:prstGeom prst="rect">
            <a:avLst/>
          </a:prstGeom>
          <a:noFill/>
          <a:ln w="0">
            <a:noFill/>
          </a:ln>
        </p:spPr>
        <p:txBody>
          <a:bodyPr lIns="93240" rIns="93240" tIns="46440" bIns="46440" anchor="t">
            <a:noAutofit/>
          </a:bodyPr>
          <a:p>
            <a:pPr indent="0">
              <a:lnSpc>
                <a:spcPct val="100000"/>
              </a:lnSpc>
              <a:buNone/>
            </a:pPr>
            <a:r>
              <a:rPr b="0" lang="en-US" sz="2000" strike="noStrike" u="none">
                <a:solidFill>
                  <a:srgbClr val="000000"/>
                </a:solidFill>
                <a:effectLst/>
                <a:uFillTx/>
                <a:latin typeface="Arial"/>
              </a:rPr>
              <a:t>P</a:t>
            </a:r>
            <a:endParaRPr b="0" lang="en-US" sz="2000" strike="noStrike" u="none">
              <a:solidFill>
                <a:srgbClr val="000000"/>
              </a:solidFill>
              <a:effectLst/>
              <a:uFillTx/>
              <a:latin typeface="Arial"/>
            </a:endParaRPr>
          </a:p>
        </p:txBody>
      </p:sp>
      <p:sp>
        <p:nvSpPr>
          <p:cNvPr id="103" name="PlaceHolder 3"/>
          <p:cNvSpPr>
            <a:spLocks noGrp="1"/>
          </p:cNvSpPr>
          <p:nvPr>
            <p:ph type="sldNum" idx="23"/>
          </p:nvPr>
        </p:nvSpPr>
        <p:spPr>
          <a:xfrm>
            <a:off x="3970800" y="8830080"/>
            <a:ext cx="3037320" cy="466200"/>
          </a:xfrm>
          <a:prstGeom prst="rect">
            <a:avLst/>
          </a:prstGeom>
          <a:noFill/>
          <a:ln w="0">
            <a:noFill/>
          </a:ln>
        </p:spPr>
        <p:txBody>
          <a:bodyPr lIns="93240" rIns="93240" tIns="46440" bIns="4644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567E2DD8-9BEC-4036-811A-CE2A9FB1CCB6}" type="slidenum">
              <a:rPr b="0" lang="en-US" sz="1200" strike="noStrike" u="none">
                <a:solidFill>
                  <a:srgbClr val="000000"/>
                </a:solidFill>
                <a:effectLst/>
                <a:uFillTx/>
                <a:latin typeface="Times New Roman"/>
              </a:rPr>
              <a:t>8</a:t>
            </a:fld>
            <a:endParaRPr b="0" lang="en-US" sz="1200" strike="noStrike" u="non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PlaceHolder 1"/>
          <p:cNvSpPr>
            <a:spLocks noGrp="1"/>
          </p:cNvSpPr>
          <p:nvPr>
            <p:ph type="sldImg"/>
          </p:nvPr>
        </p:nvSpPr>
        <p:spPr>
          <a:xfrm>
            <a:off x="1414440" y="1162080"/>
            <a:ext cx="4181040" cy="3136680"/>
          </a:xfrm>
          <a:prstGeom prst="rect">
            <a:avLst/>
          </a:prstGeom>
          <a:ln w="0">
            <a:noFill/>
          </a:ln>
        </p:spPr>
      </p:sp>
      <p:sp>
        <p:nvSpPr>
          <p:cNvPr id="105" name="PlaceHolder 2"/>
          <p:cNvSpPr>
            <a:spLocks noGrp="1"/>
          </p:cNvSpPr>
          <p:nvPr>
            <p:ph type="body"/>
          </p:nvPr>
        </p:nvSpPr>
        <p:spPr>
          <a:xfrm>
            <a:off x="700920" y="4473720"/>
            <a:ext cx="5608080" cy="3660120"/>
          </a:xfrm>
          <a:prstGeom prst="rect">
            <a:avLst/>
          </a:prstGeom>
          <a:noFill/>
          <a:ln w="0">
            <a:noFill/>
          </a:ln>
        </p:spPr>
        <p:txBody>
          <a:bodyPr lIns="93240" rIns="93240" tIns="46440" bIns="46440" anchor="t">
            <a:noAutofit/>
          </a:bodyPr>
          <a:p>
            <a:pPr marL="1600200" indent="-347400">
              <a:lnSpc>
                <a:spcPct val="100000"/>
              </a:lnSpc>
              <a:spcAft>
                <a:spcPts val="300"/>
              </a:spcAft>
              <a:buNone/>
              <a:tabLst>
                <a:tab algn="l" pos="0"/>
              </a:tabLst>
            </a:pPr>
            <a:r>
              <a:rPr b="0" lang="en-US" sz="2000" strike="noStrike" u="none">
                <a:solidFill>
                  <a:srgbClr val="000000"/>
                </a:solidFill>
                <a:effectLst/>
                <a:uFillTx/>
                <a:latin typeface="Arial"/>
                <a:ea typeface="Calibri"/>
              </a:rPr>
              <a:t>While the OLG does mention what verification methods are able to be used for verification of SUA, the following do not mention the use of telephonic self declarations to verify SUA:</a:t>
            </a:r>
            <a:endParaRPr b="0" lang="en-US" sz="2000" strike="noStrike" u="none">
              <a:solidFill>
                <a:srgbClr val="000000"/>
              </a:solidFill>
              <a:effectLst/>
              <a:uFillTx/>
              <a:latin typeface="Arial"/>
            </a:endParaRPr>
          </a:p>
          <a:p>
            <a:pPr marL="1600200" indent="-347400">
              <a:lnSpc>
                <a:spcPct val="100000"/>
              </a:lnSpc>
              <a:spcAft>
                <a:spcPts val="300"/>
              </a:spcAft>
              <a:buNone/>
              <a:tabLst>
                <a:tab algn="l" pos="0"/>
              </a:tabLst>
            </a:pPr>
            <a:r>
              <a:rPr b="0" lang="en-US" sz="2000" strike="noStrike" u="none">
                <a:solidFill>
                  <a:srgbClr val="000000"/>
                </a:solidFill>
                <a:effectLst/>
                <a:uFillTx/>
                <a:latin typeface="Arial"/>
                <a:ea typeface="Calibri"/>
              </a:rPr>
              <a:t> </a:t>
            </a:r>
            <a:r>
              <a:rPr b="0" lang="en-US" sz="1200" strike="noStrike" u="none">
                <a:solidFill>
                  <a:srgbClr val="000000"/>
                </a:solidFill>
                <a:effectLst/>
                <a:uFillTx/>
                <a:latin typeface="Arial"/>
                <a:ea typeface="Calibri"/>
              </a:rPr>
              <a:t>•</a:t>
            </a:r>
            <a:r>
              <a:rPr b="0" lang="en-US" sz="1200" strike="noStrike" u="sng">
                <a:solidFill>
                  <a:srgbClr val="000000"/>
                </a:solidFill>
                <a:effectLst/>
                <a:uFillTx/>
                <a:latin typeface="Arial"/>
                <a:ea typeface="Calibri"/>
                <a:hlinkClick r:id="rId1"/>
              </a:rPr>
              <a:t>Telephone Standard Utility Allowance (Telephone SUA)</a:t>
            </a:r>
            <a:endParaRPr b="0" lang="en-US" sz="1200" strike="noStrike" u="none">
              <a:solidFill>
                <a:srgbClr val="000000"/>
              </a:solidFill>
              <a:effectLst/>
              <a:uFillTx/>
              <a:latin typeface="Arial"/>
            </a:endParaRPr>
          </a:p>
          <a:p>
            <a:pPr marL="1600200" indent="-347400">
              <a:lnSpc>
                <a:spcPct val="100000"/>
              </a:lnSpc>
              <a:spcAft>
                <a:spcPts val="300"/>
              </a:spcAft>
              <a:buNone/>
              <a:tabLst>
                <a:tab algn="l" pos="0"/>
              </a:tabLst>
            </a:pPr>
            <a:r>
              <a:rPr b="0" lang="en-US" sz="1200" strike="noStrike" u="none">
                <a:solidFill>
                  <a:srgbClr val="000000"/>
                </a:solidFill>
                <a:effectLst/>
                <a:uFillTx/>
                <a:latin typeface="Arial"/>
                <a:ea typeface="Calibri"/>
              </a:rPr>
              <a:t>•</a:t>
            </a:r>
            <a:r>
              <a:rPr b="0" lang="en-US" sz="1200" strike="noStrike" u="sng">
                <a:solidFill>
                  <a:srgbClr val="000000"/>
                </a:solidFill>
                <a:effectLst/>
                <a:uFillTx/>
                <a:latin typeface="Arial"/>
                <a:ea typeface="Calibri"/>
                <a:hlinkClick r:id="rId2"/>
              </a:rPr>
              <a:t>Non-Heating Standard Utility Allowance (Non-Heating SUA)</a:t>
            </a:r>
            <a:endParaRPr b="0" lang="en-US" sz="1200" strike="noStrike" u="none">
              <a:solidFill>
                <a:srgbClr val="000000"/>
              </a:solidFill>
              <a:effectLst/>
              <a:uFillTx/>
              <a:latin typeface="Arial"/>
            </a:endParaRPr>
          </a:p>
          <a:p>
            <a:pPr marL="1600200" indent="-347400">
              <a:lnSpc>
                <a:spcPct val="100000"/>
              </a:lnSpc>
              <a:spcAft>
                <a:spcPts val="300"/>
              </a:spcAft>
              <a:buNone/>
              <a:tabLst>
                <a:tab algn="l" pos="0"/>
              </a:tabLst>
            </a:pPr>
            <a:r>
              <a:rPr b="0" lang="en-US" sz="1200" strike="noStrike" u="none">
                <a:solidFill>
                  <a:srgbClr val="000000"/>
                </a:solidFill>
                <a:effectLst/>
                <a:uFillTx/>
                <a:latin typeface="Arial"/>
                <a:ea typeface="Calibri"/>
              </a:rPr>
              <a:t>•Heating/Cooling Standard Utility Allowance (HCSUA</a:t>
            </a:r>
            <a:endParaRPr b="0" lang="en-US" sz="1200" strike="noStrike" u="none">
              <a:solidFill>
                <a:srgbClr val="000000"/>
              </a:solidFill>
              <a:effectLst/>
              <a:uFillTx/>
              <a:latin typeface="Arial"/>
            </a:endParaRPr>
          </a:p>
        </p:txBody>
      </p:sp>
      <p:sp>
        <p:nvSpPr>
          <p:cNvPr id="106" name="PlaceHolder 3"/>
          <p:cNvSpPr>
            <a:spLocks noGrp="1"/>
          </p:cNvSpPr>
          <p:nvPr>
            <p:ph type="sldNum" idx="24"/>
          </p:nvPr>
        </p:nvSpPr>
        <p:spPr>
          <a:xfrm>
            <a:off x="3970800" y="8830080"/>
            <a:ext cx="3037320" cy="466200"/>
          </a:xfrm>
          <a:prstGeom prst="rect">
            <a:avLst/>
          </a:prstGeom>
          <a:noFill/>
          <a:ln w="0">
            <a:noFill/>
          </a:ln>
        </p:spPr>
        <p:txBody>
          <a:bodyPr lIns="93240" rIns="93240" tIns="46440" bIns="4644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D2BE66F8-8EC6-40C0-8D71-A7068E582D2C}" type="slidenum">
              <a:rPr b="0" lang="en-US" sz="1200" strike="noStrike" u="none">
                <a:solidFill>
                  <a:srgbClr val="000000"/>
                </a:solidFill>
                <a:effectLst/>
                <a:uFillTx/>
                <a:latin typeface="Times New Roman"/>
              </a:rPr>
              <a:t>8</a:t>
            </a:fld>
            <a:endParaRPr b="0" lang="en-US" sz="1200" strike="noStrike" u="non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type="sldImg"/>
          </p:nvPr>
        </p:nvSpPr>
        <p:spPr>
          <a:xfrm>
            <a:off x="1414440" y="1162080"/>
            <a:ext cx="4181040" cy="3136680"/>
          </a:xfrm>
          <a:prstGeom prst="rect">
            <a:avLst/>
          </a:prstGeom>
          <a:ln w="0">
            <a:noFill/>
          </a:ln>
        </p:spPr>
      </p:sp>
      <p:sp>
        <p:nvSpPr>
          <p:cNvPr id="108" name="PlaceHolder 2"/>
          <p:cNvSpPr>
            <a:spLocks noGrp="1"/>
          </p:cNvSpPr>
          <p:nvPr>
            <p:ph type="body"/>
          </p:nvPr>
        </p:nvSpPr>
        <p:spPr>
          <a:xfrm>
            <a:off x="700920" y="4473720"/>
            <a:ext cx="5608080" cy="3660120"/>
          </a:xfrm>
          <a:prstGeom prst="rect">
            <a:avLst/>
          </a:prstGeom>
          <a:noFill/>
          <a:ln w="0">
            <a:noFill/>
          </a:ln>
        </p:spPr>
        <p:txBody>
          <a:bodyPr lIns="93240" rIns="93240" tIns="46440" bIns="46440" anchor="t">
            <a:noAutofit/>
          </a:bodyPr>
          <a:p>
            <a:pPr indent="0">
              <a:lnSpc>
                <a:spcPct val="100000"/>
              </a:lnSpc>
              <a:buNone/>
            </a:pPr>
            <a:r>
              <a:rPr b="0" lang="en-US" sz="2000" strike="noStrike" u="none">
                <a:solidFill>
                  <a:srgbClr val="000000"/>
                </a:solidFill>
                <a:effectLst/>
                <a:uFillTx/>
                <a:latin typeface="Arial"/>
              </a:rPr>
              <a:t>Procedural : Expenses : Shelter : Other ( ) and VC-1 Necessary</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QI determined a finding with expenses. AUM states in narrative dated 9/24/2025, “telephonic sign for updates,” however, </a:t>
            </a:r>
            <a:r>
              <a:rPr b="1" lang="en-US" sz="2000" strike="noStrike" u="none">
                <a:solidFill>
                  <a:srgbClr val="000000"/>
                </a:solidFill>
                <a:effectLst/>
                <a:uFillTx/>
                <a:latin typeface="Arial"/>
              </a:rPr>
              <a:t>it was not captured,</a:t>
            </a:r>
            <a:r>
              <a:rPr b="0" lang="en-US" sz="2000" strike="noStrike" u="none">
                <a:solidFill>
                  <a:srgbClr val="000000"/>
                </a:solidFill>
                <a:effectLst/>
                <a:uFillTx/>
                <a:latin typeface="Arial"/>
              </a:rPr>
              <a:t> and VC-1 was not issued for the optional verification.</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and</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QI determined a finding with expenses. AUM states in narrative dated 9/25/2025, shelter expenses updated with electronic signature rights and responsibilities reviewed for shelter and medical updates. </a:t>
            </a:r>
            <a:r>
              <a:rPr b="1" lang="en-US" sz="2000" strike="noStrike" u="none">
                <a:solidFill>
                  <a:srgbClr val="000000"/>
                </a:solidFill>
                <a:effectLst/>
                <a:uFillTx/>
                <a:latin typeface="Arial"/>
              </a:rPr>
              <a:t>However, it was not captured</a:t>
            </a:r>
            <a:r>
              <a:rPr b="0" lang="en-US" sz="2000" strike="noStrike" u="none">
                <a:solidFill>
                  <a:srgbClr val="000000"/>
                </a:solidFill>
                <a:effectLst/>
                <a:uFillTx/>
                <a:latin typeface="Arial"/>
              </a:rPr>
              <a:t> and VC-1 was not issued for the optional verification.</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Relevant OLG Pages:</a:t>
            </a:r>
            <a:endParaRPr b="0" lang="en-US" sz="2000" strike="noStrike" u="none">
              <a:solidFill>
                <a:srgbClr val="000000"/>
              </a:solidFill>
              <a:effectLst/>
              <a:uFillTx/>
              <a:latin typeface="Arial"/>
            </a:endParaRPr>
          </a:p>
          <a:p>
            <a:pPr indent="0">
              <a:lnSpc>
                <a:spcPct val="100000"/>
              </a:lnSpc>
              <a:buNone/>
            </a:pPr>
            <a:r>
              <a:rPr b="0" lang="en-US" sz="2000" strike="noStrike" u="sng">
                <a:solidFill>
                  <a:srgbClr val="000000"/>
                </a:solidFill>
                <a:effectLst/>
                <a:uFillTx/>
                <a:latin typeface="Arial"/>
                <a:hlinkClick r:id="rId1"/>
              </a:rPr>
              <a:t>Telephonic Signature</a:t>
            </a:r>
            <a:r>
              <a:rPr b="0" lang="en-US" sz="2000" strike="noStrike" u="none">
                <a:solidFill>
                  <a:srgbClr val="000000"/>
                </a:solidFill>
                <a:effectLst/>
                <a:uFillTx/>
                <a:latin typeface="Arial"/>
              </a:rPr>
              <a:t>    Last Update: August 3, 2023</a:t>
            </a:r>
            <a:endParaRPr b="0" lang="en-US" sz="2000" strike="noStrike" u="none">
              <a:solidFill>
                <a:srgbClr val="000000"/>
              </a:solidFill>
              <a:effectLst/>
              <a:uFillTx/>
              <a:latin typeface="Arial"/>
            </a:endParaRPr>
          </a:p>
          <a:p>
            <a:pPr indent="0">
              <a:lnSpc>
                <a:spcPct val="100000"/>
              </a:lnSpc>
              <a:buNone/>
            </a:pPr>
            <a:r>
              <a:rPr b="0" lang="en-US" sz="2000" strike="noStrike" u="sng">
                <a:solidFill>
                  <a:srgbClr val="000000"/>
                </a:solidFill>
                <a:effectLst/>
                <a:uFillTx/>
                <a:latin typeface="Arial"/>
                <a:hlinkClick r:id="rId2"/>
              </a:rPr>
              <a:t>Telephonic Signature Q and A</a:t>
            </a:r>
            <a:r>
              <a:rPr b="0" lang="en-US" sz="2000" strike="noStrike" u="none">
                <a:solidFill>
                  <a:srgbClr val="000000"/>
                </a:solidFill>
                <a:effectLst/>
                <a:uFillTx/>
                <a:latin typeface="Arial"/>
              </a:rPr>
              <a:t>    Last Update: October 17, 2023</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In both cases here, the FAWs indicated in the narrative that the client signed electronically, but there was no signature on file when the case was reviewed. This says to me that the workers knew that telephonic signatures were required, but either did not know how to do it properly, or did not know how to check if the signature was successfully accepted before wrapping the case. </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The Telephonic Signature OLG Page says:</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If the client agrees to the Rights and Responsibilities, BEACON will automatically insert a narrative indicating that the client provided the telephonic signature. Afterwards, you must process the case and/or send a VC-1 for outstanding verification(s).</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The Q&amp;A OLG Page says:</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Q4. The client just provided a telephonic signature. Why am I not seeing the batch narrative confirming that the signature was provided?</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A4. The IVR system updates the BEACON system through batches, but the batches do not occur in real-time. Batches are run every 15 minutes. However, you do not have to wait for the batch narrative to appear in order to process the case.</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Both pages address in depth how to do Telephonic Signatures and when and why you would do it. They also cover how to check the narrative for confirmation of the signature.</a:t>
            </a:r>
            <a:endParaRPr b="0" lang="en-US" sz="2000" strike="noStrike" u="none">
              <a:solidFill>
                <a:srgbClr val="000000"/>
              </a:solidFill>
              <a:effectLst/>
              <a:uFillTx/>
              <a:latin typeface="Arial"/>
            </a:endParaRPr>
          </a:p>
          <a:p>
            <a:pPr indent="0">
              <a:lnSpc>
                <a:spcPct val="100000"/>
              </a:lnSpc>
              <a:buNone/>
            </a:pPr>
            <a:r>
              <a:rPr b="1" lang="en-US" sz="2000" strike="noStrike" u="none">
                <a:solidFill>
                  <a:srgbClr val="000000"/>
                </a:solidFill>
                <a:effectLst/>
                <a:uFillTx/>
                <a:latin typeface="Arial"/>
              </a:rPr>
              <a:t>Problem</a:t>
            </a:r>
            <a:r>
              <a:rPr b="0" lang="en-US" sz="2000" strike="noStrike" u="none">
                <a:solidFill>
                  <a:srgbClr val="000000"/>
                </a:solidFill>
                <a:effectLst/>
                <a:uFillTx/>
                <a:latin typeface="Arial"/>
              </a:rPr>
              <a:t>: There is no reason why staff wouldn’t know how to confirm telephonic signatures. Thus, the FAWs associated with this error either encountered an issue when trying to collect the signature and did not notice the failure, or the FAW did not properly execute the telephonic signature either out of ignorance or laziness. </a:t>
            </a:r>
            <a:endParaRPr b="0" lang="en-US" sz="2000" strike="noStrike" u="none">
              <a:solidFill>
                <a:srgbClr val="000000"/>
              </a:solidFill>
              <a:effectLst/>
              <a:uFillTx/>
              <a:latin typeface="Arial"/>
            </a:endParaRPr>
          </a:p>
          <a:p>
            <a:pPr indent="0">
              <a:lnSpc>
                <a:spcPct val="100000"/>
              </a:lnSpc>
              <a:buNone/>
            </a:pPr>
            <a:r>
              <a:rPr b="1" lang="en-US" sz="2000" strike="noStrike" u="none">
                <a:solidFill>
                  <a:srgbClr val="000000"/>
                </a:solidFill>
                <a:effectLst/>
                <a:uFillTx/>
                <a:latin typeface="Arial"/>
              </a:rPr>
              <a:t>Solution:</a:t>
            </a:r>
            <a:r>
              <a:rPr b="0" lang="en-US" sz="2000" strike="noStrike" u="none">
                <a:solidFill>
                  <a:srgbClr val="000000"/>
                </a:solidFill>
                <a:effectLst/>
                <a:uFillTx/>
                <a:latin typeface="Arial"/>
              </a:rPr>
              <a:t> Q-tip reminder to staff of how to confirm if a telephonic signature was accepted and that it must be confirmed before wrapping the case. Identifying frequent offenders for retraining. Considering that 2 out 7 of the errors were related to this, consider broad retraining to all FAWs on how to collect Telephonic Signatures properly.</a:t>
            </a: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 </a:t>
            </a:r>
            <a:endParaRPr b="0" lang="en-US" sz="2000" strike="noStrike" u="none">
              <a:solidFill>
                <a:srgbClr val="000000"/>
              </a:solidFill>
              <a:effectLst/>
              <a:uFillTx/>
              <a:latin typeface="Arial"/>
            </a:endParaRPr>
          </a:p>
        </p:txBody>
      </p:sp>
      <p:sp>
        <p:nvSpPr>
          <p:cNvPr id="109" name="PlaceHolder 3"/>
          <p:cNvSpPr>
            <a:spLocks noGrp="1"/>
          </p:cNvSpPr>
          <p:nvPr>
            <p:ph type="sldNum" idx="25"/>
          </p:nvPr>
        </p:nvSpPr>
        <p:spPr>
          <a:xfrm>
            <a:off x="3970800" y="8830080"/>
            <a:ext cx="3037320" cy="466200"/>
          </a:xfrm>
          <a:prstGeom prst="rect">
            <a:avLst/>
          </a:prstGeom>
          <a:noFill/>
          <a:ln w="0">
            <a:noFill/>
          </a:ln>
        </p:spPr>
        <p:txBody>
          <a:bodyPr lIns="93240" rIns="93240" tIns="46440" bIns="4644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1DBC1C78-6DB6-4B68-8EB0-C3544970D2BA}" type="slidenum">
              <a:rPr b="0" lang="en-US" sz="1200" strike="noStrike" u="none">
                <a:solidFill>
                  <a:srgbClr val="000000"/>
                </a:solidFill>
                <a:effectLst/>
                <a:uFillTx/>
                <a:latin typeface="Times New Roman"/>
              </a:rPr>
              <a:t>8</a:t>
            </a:fld>
            <a:endParaRPr b="0" lang="en-US" sz="1200" strike="noStrike" u="non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PlaceHolder 1"/>
          <p:cNvSpPr>
            <a:spLocks noGrp="1"/>
          </p:cNvSpPr>
          <p:nvPr>
            <p:ph type="sldImg"/>
          </p:nvPr>
        </p:nvSpPr>
        <p:spPr>
          <a:xfrm>
            <a:off x="1414440" y="1162080"/>
            <a:ext cx="4181040" cy="3136680"/>
          </a:xfrm>
          <a:prstGeom prst="rect">
            <a:avLst/>
          </a:prstGeom>
          <a:ln w="0">
            <a:noFill/>
          </a:ln>
        </p:spPr>
      </p:sp>
      <p:sp>
        <p:nvSpPr>
          <p:cNvPr id="111" name="PlaceHolder 2"/>
          <p:cNvSpPr>
            <a:spLocks noGrp="1"/>
          </p:cNvSpPr>
          <p:nvPr>
            <p:ph type="body"/>
          </p:nvPr>
        </p:nvSpPr>
        <p:spPr>
          <a:xfrm>
            <a:off x="700920" y="4473720"/>
            <a:ext cx="5608080" cy="3660120"/>
          </a:xfrm>
          <a:prstGeom prst="rect">
            <a:avLst/>
          </a:prstGeom>
          <a:noFill/>
          <a:ln w="0">
            <a:noFill/>
          </a:ln>
        </p:spPr>
        <p:txBody>
          <a:bodyPr lIns="93240" rIns="93240" tIns="46440" bIns="46440" anchor="t">
            <a:noAutofit/>
          </a:bodyPr>
          <a:p>
            <a:pPr indent="0">
              <a:buNone/>
            </a:pPr>
            <a:endParaRPr b="0" lang="en-US" sz="1800" strike="noStrike" u="none">
              <a:solidFill>
                <a:srgbClr val="000000"/>
              </a:solidFill>
              <a:effectLst/>
              <a:uFillTx/>
              <a:latin typeface="Arial"/>
            </a:endParaRPr>
          </a:p>
        </p:txBody>
      </p:sp>
      <p:sp>
        <p:nvSpPr>
          <p:cNvPr id="112" name="PlaceHolder 3"/>
          <p:cNvSpPr>
            <a:spLocks noGrp="1"/>
          </p:cNvSpPr>
          <p:nvPr>
            <p:ph type="sldNum" idx="26"/>
          </p:nvPr>
        </p:nvSpPr>
        <p:spPr>
          <a:xfrm>
            <a:off x="3970800" y="8830080"/>
            <a:ext cx="3037320" cy="466200"/>
          </a:xfrm>
          <a:prstGeom prst="rect">
            <a:avLst/>
          </a:prstGeom>
          <a:noFill/>
          <a:ln w="0">
            <a:noFill/>
          </a:ln>
        </p:spPr>
        <p:txBody>
          <a:bodyPr lIns="93240" rIns="93240" tIns="46440" bIns="4644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4F82FD15-CD02-4E53-B5B0-B38FF708FA6E}" type="slidenum">
              <a:rPr b="0" lang="en-US" sz="1200" strike="noStrike" u="none">
                <a:solidFill>
                  <a:srgbClr val="000000"/>
                </a:solidFill>
                <a:effectLst/>
                <a:uFillTx/>
                <a:latin typeface="Times New Roman"/>
              </a:rPr>
              <a:t>8</a:t>
            </a:fld>
            <a:endParaRPr b="0" lang="en-US" sz="1200" strike="noStrike" u="non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PlaceHolder 1"/>
          <p:cNvSpPr>
            <a:spLocks noGrp="1"/>
          </p:cNvSpPr>
          <p:nvPr>
            <p:ph type="sldImg"/>
          </p:nvPr>
        </p:nvSpPr>
        <p:spPr>
          <a:xfrm>
            <a:off x="1414440" y="1162080"/>
            <a:ext cx="4181040" cy="3136680"/>
          </a:xfrm>
          <a:prstGeom prst="rect">
            <a:avLst/>
          </a:prstGeom>
          <a:ln w="0">
            <a:noFill/>
          </a:ln>
        </p:spPr>
      </p:sp>
      <p:sp>
        <p:nvSpPr>
          <p:cNvPr id="114" name="PlaceHolder 2"/>
          <p:cNvSpPr>
            <a:spLocks noGrp="1"/>
          </p:cNvSpPr>
          <p:nvPr>
            <p:ph type="body"/>
          </p:nvPr>
        </p:nvSpPr>
        <p:spPr>
          <a:xfrm>
            <a:off x="700920" y="4473720"/>
            <a:ext cx="5608080" cy="3660120"/>
          </a:xfrm>
          <a:prstGeom prst="rect">
            <a:avLst/>
          </a:prstGeom>
          <a:noFill/>
          <a:ln w="0">
            <a:noFill/>
          </a:ln>
        </p:spPr>
        <p:txBody>
          <a:bodyPr lIns="93240" rIns="93240" tIns="46440" bIns="46440" anchor="t">
            <a:noAutofit/>
          </a:bodyPr>
          <a:p>
            <a:pPr indent="0">
              <a:buNone/>
            </a:pPr>
            <a:endParaRPr b="0" lang="en-US" sz="1800" strike="noStrike" u="none">
              <a:solidFill>
                <a:srgbClr val="000000"/>
              </a:solidFill>
              <a:effectLst/>
              <a:uFillTx/>
              <a:latin typeface="Arial"/>
            </a:endParaRPr>
          </a:p>
        </p:txBody>
      </p:sp>
      <p:sp>
        <p:nvSpPr>
          <p:cNvPr id="115" name="PlaceHolder 3"/>
          <p:cNvSpPr>
            <a:spLocks noGrp="1"/>
          </p:cNvSpPr>
          <p:nvPr>
            <p:ph type="sldNum" idx="27"/>
          </p:nvPr>
        </p:nvSpPr>
        <p:spPr>
          <a:xfrm>
            <a:off x="3970800" y="8830080"/>
            <a:ext cx="3037320" cy="466200"/>
          </a:xfrm>
          <a:prstGeom prst="rect">
            <a:avLst/>
          </a:prstGeom>
          <a:noFill/>
          <a:ln w="0">
            <a:noFill/>
          </a:ln>
        </p:spPr>
        <p:txBody>
          <a:bodyPr lIns="93240" rIns="93240" tIns="46440" bIns="4644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1C417620-72CC-4AE7-8D59-2CF612869BB1}" type="slidenum">
              <a:rPr b="0" lang="en-US" sz="1200" strike="noStrike" u="none">
                <a:solidFill>
                  <a:srgbClr val="000000"/>
                </a:solidFill>
                <a:effectLst/>
                <a:uFillTx/>
                <a:latin typeface="Times New Roman"/>
              </a:rPr>
              <a:t>8</a:t>
            </a:fld>
            <a:endParaRPr b="0" lang="en-US" sz="12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1_Title Slide">
    <p:bg>
      <p:bgPr>
        <a:solidFill>
          <a:srgbClr val="ffffff"/>
        </a:solidFill>
      </p:bgPr>
    </p:bg>
    <p:spTree>
      <p:nvGrpSpPr>
        <p:cNvPr id="1" name=""/>
        <p:cNvGrpSpPr/>
        <p:nvPr/>
      </p:nvGrpSpPr>
      <p:grpSpPr>
        <a:xfrm>
          <a:off x="0" y="0"/>
          <a:ext cx="0" cy="0"/>
          <a:chOff x="0" y="0"/>
          <a:chExt cx="0" cy="0"/>
        </a:xfrm>
      </p:grpSpPr>
      <p:sp>
        <p:nvSpPr>
          <p:cNvPr id="0" name="Rectangle 13"/>
          <p:cNvSpPr/>
          <p:nvPr/>
        </p:nvSpPr>
        <p:spPr>
          <a:xfrm>
            <a:off x="0" y="1371600"/>
            <a:ext cx="5999040" cy="26330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numCol="1" spcCol="0" anchor="ctr">
            <a:noAutofit/>
          </a:bodyPr>
          <a:p>
            <a:pPr defTabSz="914400">
              <a:lnSpc>
                <a:spcPct val="100000"/>
              </a:lnSpc>
            </a:pPr>
            <a:endParaRPr b="0" lang="en-US" sz="1800" strike="noStrike" u="none">
              <a:solidFill>
                <a:schemeClr val="lt1"/>
              </a:solidFill>
              <a:effectLst/>
              <a:uFillTx/>
              <a:latin typeface="Calibri"/>
            </a:endParaRPr>
          </a:p>
        </p:txBody>
      </p:sp>
      <p:sp>
        <p:nvSpPr>
          <p:cNvPr id="1" name="PlaceHolder 1"/>
          <p:cNvSpPr>
            <a:spLocks noGrp="1"/>
          </p:cNvSpPr>
          <p:nvPr>
            <p:ph type="title"/>
          </p:nvPr>
        </p:nvSpPr>
        <p:spPr>
          <a:xfrm>
            <a:off x="380880" y="2057400"/>
            <a:ext cx="6400440" cy="1469520"/>
          </a:xfrm>
          <a:prstGeom prst="rect">
            <a:avLst/>
          </a:prstGeom>
          <a:noFill/>
          <a:ln w="0">
            <a:noFill/>
          </a:ln>
        </p:spPr>
        <p:txBody>
          <a:bodyPr lIns="91440" rIns="91440" tIns="45720" bIns="45720" anchor="b">
            <a:noAutofit/>
          </a:bodyPr>
          <a:p>
            <a:pPr indent="0" defTabSz="914400">
              <a:lnSpc>
                <a:spcPct val="100000"/>
              </a:lnSpc>
              <a:buNone/>
            </a:pPr>
            <a:r>
              <a:rPr b="0" lang="en-US" sz="5400" strike="noStrike" u="none">
                <a:solidFill>
                  <a:schemeClr val="lt1"/>
                </a:solidFill>
                <a:effectLst/>
                <a:uFillTx/>
                <a:latin typeface="Franklin Gothic Medium"/>
              </a:rPr>
              <a:t>Click to edit Master title style</a:t>
            </a:r>
            <a:endParaRPr b="0" lang="en-US" sz="5400" strike="noStrike" u="none">
              <a:solidFill>
                <a:schemeClr val="dk1"/>
              </a:solidFill>
              <a:effectLst/>
              <a:uFillTx/>
              <a:latin typeface="Calibri"/>
            </a:endParaRPr>
          </a:p>
        </p:txBody>
      </p:sp>
      <p:sp>
        <p:nvSpPr>
          <p:cNvPr id="2" name="PlaceHolder 2"/>
          <p:cNvSpPr>
            <a:spLocks noGrp="1"/>
          </p:cNvSpPr>
          <p:nvPr>
            <p:ph type="sldNum" idx="1"/>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Calibri"/>
              </a:defRPr>
            </a:lvl1pPr>
          </a:lstStyle>
          <a:p>
            <a:pPr indent="0" algn="r" defTabSz="914400">
              <a:lnSpc>
                <a:spcPct val="100000"/>
              </a:lnSpc>
              <a:buNone/>
            </a:pPr>
            <a:fld id="{5DDF2E23-CE27-4F5C-93A4-0F3A60F056E9}" type="slidenum">
              <a:rPr b="0" lang="en-US" sz="1200" strike="noStrike" u="none">
                <a:solidFill>
                  <a:schemeClr val="dk1">
                    <a:tint val="75000"/>
                  </a:schemeClr>
                </a:solidFill>
                <a:effectLst/>
                <a:uFillTx/>
                <a:latin typeface="Calibri"/>
              </a:rPr>
              <a:t>8</a:t>
            </a:fld>
            <a:endParaRPr b="0" lang="en-US" sz="1200" strike="noStrike" u="none">
              <a:solidFill>
                <a:srgbClr val="000000"/>
              </a:solidFill>
              <a:effectLst/>
              <a:uFillTx/>
              <a:latin typeface="Times New Roman"/>
            </a:endParaRPr>
          </a:p>
        </p:txBody>
      </p:sp>
      <p:sp>
        <p:nvSpPr>
          <p:cNvPr id="3" name="Flowchart: Delay 7"/>
          <p:cNvSpPr/>
          <p:nvPr/>
        </p:nvSpPr>
        <p:spPr>
          <a:xfrm>
            <a:off x="5972760" y="1371600"/>
            <a:ext cx="2180520" cy="2633040"/>
          </a:xfrm>
          <a:prstGeom prst="flowChartDelay">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pic>
        <p:nvPicPr>
          <p:cNvPr id="4" name="Picture 10" descr=""/>
          <p:cNvPicPr/>
          <p:nvPr/>
        </p:nvPicPr>
        <p:blipFill>
          <a:blip r:embed="rId2"/>
          <a:stretch/>
        </p:blipFill>
        <p:spPr>
          <a:xfrm>
            <a:off x="152280" y="5660640"/>
            <a:ext cx="1943280" cy="1295280"/>
          </a:xfrm>
          <a:prstGeom prst="rect">
            <a:avLst/>
          </a:prstGeom>
          <a:noFill/>
          <a:ln w="0">
            <a:noFill/>
          </a:ln>
        </p:spPr>
      </p:pic>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Full slide picture with text">
    <p:bg>
      <p:bgPr>
        <a:solidFill>
          <a:srgbClr val="ffffff"/>
        </a:solidFill>
      </p:bgPr>
    </p:bg>
    <p:spTree>
      <p:nvGrpSpPr>
        <p:cNvPr id="1" name=""/>
        <p:cNvGrpSpPr/>
        <p:nvPr/>
      </p:nvGrpSpPr>
      <p:grpSpPr>
        <a:xfrm>
          <a:off x="0" y="0"/>
          <a:ext cx="0" cy="0"/>
          <a:chOff x="0" y="0"/>
          <a:chExt cx="0" cy="0"/>
        </a:xfrm>
      </p:grpSpPr>
      <p:sp>
        <p:nvSpPr>
          <p:cNvPr id="5" name="PlaceHolder 1"/>
          <p:cNvSpPr>
            <a:spLocks noGrp="1"/>
          </p:cNvSpPr>
          <p:nvPr>
            <p:ph type="sldNum" idx="2"/>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Calibri"/>
              </a:defRPr>
            </a:lvl1pPr>
          </a:lstStyle>
          <a:p>
            <a:pPr indent="0" algn="r" defTabSz="914400">
              <a:lnSpc>
                <a:spcPct val="100000"/>
              </a:lnSpc>
              <a:buNone/>
            </a:pPr>
            <a:fld id="{2E60AE3B-276A-4970-BE02-0DA92BC26389}" type="slidenum">
              <a:rPr b="0" lang="en-US" sz="1200" strike="noStrike" u="none">
                <a:solidFill>
                  <a:schemeClr val="dk1">
                    <a:tint val="75000"/>
                  </a:schemeClr>
                </a:solidFill>
                <a:effectLst/>
                <a:uFillTx/>
                <a:latin typeface="Calibri"/>
              </a:rPr>
              <a:t>8</a:t>
            </a:fld>
            <a:endParaRPr b="0" lang="en-US" sz="1200" strike="noStrike" u="none">
              <a:solidFill>
                <a:srgbClr val="000000"/>
              </a:solidFill>
              <a:effectLst/>
              <a:uFillTx/>
              <a:latin typeface="Times New Roman"/>
            </a:endParaRPr>
          </a:p>
        </p:txBody>
      </p:sp>
      <p:sp>
        <p:nvSpPr>
          <p:cNvPr id="6" name="PlaceHolder 2"/>
          <p:cNvSpPr>
            <a:spLocks noGrp="1"/>
          </p:cNvSpPr>
          <p:nvPr>
            <p:ph type="body"/>
          </p:nvPr>
        </p:nvSpPr>
        <p:spPr>
          <a:xfrm>
            <a:off x="0" y="5400"/>
            <a:ext cx="9143640" cy="6857640"/>
          </a:xfrm>
          <a:prstGeom prst="rect">
            <a:avLst/>
          </a:prstGeom>
          <a:noFill/>
          <a:ln w="0">
            <a:noFill/>
          </a:ln>
        </p:spPr>
        <p:txBody>
          <a:bodyPr lIns="90000" rIns="90000" tIns="45000" bIns="45000" anchor="t">
            <a:noAutofit/>
          </a:bodyPr>
          <a:p>
            <a:pPr indent="0" defTabSz="914400">
              <a:lnSpc>
                <a:spcPct val="100000"/>
              </a:lnSpc>
              <a:buNone/>
            </a:pPr>
            <a:r>
              <a:rPr b="0" lang="en-US" sz="1800" strike="noStrike" u="none">
                <a:solidFill>
                  <a:schemeClr val="dk1"/>
                </a:solidFill>
                <a:effectLst/>
                <a:uFillTx/>
                <a:latin typeface="Calibri"/>
              </a:rPr>
              <a:t>Full slide picture with text across</a:t>
            </a:r>
            <a:endParaRPr b="0" lang="en-US" sz="1800" strike="noStrike" u="none">
              <a:solidFill>
                <a:schemeClr val="dk1"/>
              </a:solidFill>
              <a:effectLst/>
              <a:uFillTx/>
              <a:latin typeface="Calibri"/>
            </a:endParaRPr>
          </a:p>
        </p:txBody>
      </p:sp>
      <p:sp>
        <p:nvSpPr>
          <p:cNvPr id="7" name="PlaceHolder 3"/>
          <p:cNvSpPr>
            <a:spLocks noGrp="1"/>
          </p:cNvSpPr>
          <p:nvPr>
            <p:ph type="body"/>
          </p:nvPr>
        </p:nvSpPr>
        <p:spPr>
          <a:xfrm>
            <a:off x="304920" y="4952880"/>
            <a:ext cx="8610120" cy="1066320"/>
          </a:xfrm>
          <a:prstGeom prst="rect">
            <a:avLst/>
          </a:prstGeom>
          <a:solidFill>
            <a:srgbClr val="eeece1">
              <a:alpha val="50000"/>
            </a:srgbClr>
          </a:solidFill>
          <a:ln w="0">
            <a:noFill/>
          </a:ln>
        </p:spPr>
        <p:txBody>
          <a:bodyPr lIns="91440" rIns="91440" tIns="45720" bIns="45720" anchor="t">
            <a:noAutofit/>
          </a:bodyPr>
          <a:p>
            <a:pPr indent="0" defTabSz="914400">
              <a:lnSpc>
                <a:spcPct val="100000"/>
              </a:lnSpc>
              <a:spcBef>
                <a:spcPts val="641"/>
              </a:spcBef>
              <a:buNone/>
              <a:tabLst>
                <a:tab algn="l" pos="0"/>
              </a:tabLst>
            </a:pPr>
            <a:r>
              <a:rPr b="0" lang="en-US" sz="3200" strike="noStrike" u="none">
                <a:solidFill>
                  <a:schemeClr val="dk1"/>
                </a:solidFill>
                <a:effectLst/>
                <a:uFillTx/>
                <a:latin typeface="Calibri"/>
              </a:rPr>
              <a:t>Click to edit Master text styles</a:t>
            </a:r>
            <a:endParaRPr b="0" lang="en-US" sz="3200" strike="noStrike" u="none">
              <a:solidFill>
                <a:schemeClr val="dk1"/>
              </a:solidFill>
              <a:effectLst/>
              <a:uFillTx/>
              <a:latin typeface="Calibri"/>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martArt or other Chart">
    <p:bg>
      <p:bgPr>
        <a:solidFill>
          <a:srgbClr val="ffffff"/>
        </a:solidFill>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defTabSz="914400">
              <a:lnSpc>
                <a:spcPct val="100000"/>
              </a:lnSpc>
              <a:buNone/>
            </a:pPr>
            <a:r>
              <a:rPr b="0" lang="en-US" sz="4400" strike="noStrike" u="none">
                <a:solidFill>
                  <a:schemeClr val="dk1"/>
                </a:solidFill>
                <a:effectLst/>
                <a:uFillTx/>
                <a:latin typeface="Franklin Gothic Medium"/>
              </a:rPr>
              <a:t>Click to edit Master title style</a:t>
            </a:r>
            <a:endParaRPr b="0" lang="en-US" sz="4400" strike="noStrike" u="none">
              <a:solidFill>
                <a:schemeClr val="dk1"/>
              </a:solidFill>
              <a:effectLst/>
              <a:uFillTx/>
              <a:latin typeface="Calibri"/>
            </a:endParaRPr>
          </a:p>
        </p:txBody>
      </p:sp>
      <p:sp>
        <p:nvSpPr>
          <p:cNvPr id="9" name="PlaceHolder 2"/>
          <p:cNvSpPr>
            <a:spLocks noGrp="1"/>
          </p:cNvSpPr>
          <p:nvPr>
            <p:ph type="sldNum" idx="3"/>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Calibri"/>
              </a:defRPr>
            </a:lvl1pPr>
          </a:lstStyle>
          <a:p>
            <a:pPr indent="0" algn="r" defTabSz="914400">
              <a:lnSpc>
                <a:spcPct val="100000"/>
              </a:lnSpc>
              <a:buNone/>
            </a:pPr>
            <a:fld id="{2E9B4F99-D6F2-44A8-B664-9E1C878B44E5}" type="slidenum">
              <a:rPr b="0" lang="en-US" sz="1200" strike="noStrike" u="none">
                <a:solidFill>
                  <a:schemeClr val="dk1">
                    <a:tint val="75000"/>
                  </a:schemeClr>
                </a:solidFill>
                <a:effectLst/>
                <a:uFillTx/>
                <a:latin typeface="Calibri"/>
              </a:rPr>
              <a:t>8</a:t>
            </a:fld>
            <a:endParaRPr b="0" lang="en-US" sz="1200" strike="noStrike" u="none">
              <a:solidFill>
                <a:srgbClr val="000000"/>
              </a:solidFill>
              <a:effectLst/>
              <a:uFillTx/>
              <a:latin typeface="Times New Roman"/>
            </a:endParaRPr>
          </a:p>
        </p:txBody>
      </p:sp>
      <p:cxnSp>
        <p:nvCxnSpPr>
          <p:cNvPr id="10" name="Straight Connector 13"/>
          <p:cNvCxnSpPr/>
          <p:nvPr/>
        </p:nvCxnSpPr>
        <p:spPr>
          <a:xfrm>
            <a:off x="457200" y="1447560"/>
            <a:ext cx="8229960" cy="360"/>
          </a:xfrm>
          <a:prstGeom prst="straightConnector1">
            <a:avLst/>
          </a:prstGeom>
          <a:ln w="28575">
            <a:solidFill>
              <a:srgbClr val="f6ba16"/>
            </a:solidFill>
            <a:round/>
          </a:ln>
        </p:spPr>
      </p:cxnSp>
      <p:pic>
        <p:nvPicPr>
          <p:cNvPr id="11" name="Picture 5" descr=""/>
          <p:cNvPicPr/>
          <p:nvPr/>
        </p:nvPicPr>
        <p:blipFill>
          <a:blip r:embed="rId2"/>
          <a:stretch/>
        </p:blipFill>
        <p:spPr>
          <a:xfrm>
            <a:off x="152280" y="5660640"/>
            <a:ext cx="1943280" cy="1295280"/>
          </a:xfrm>
          <a:prstGeom prst="rect">
            <a:avLst/>
          </a:prstGeom>
          <a:noFill/>
          <a:ln w="0">
            <a:noFill/>
          </a:ln>
        </p:spPr>
      </p:pic>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Full slide picture with text">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sldNum" idx="4"/>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trike="noStrike" u="none">
                <a:solidFill>
                  <a:schemeClr val="dk1"/>
                </a:solidFill>
                <a:effectLst/>
                <a:uFillTx/>
                <a:latin typeface="Calibri"/>
                <a:ea typeface="Calibri"/>
              </a:defRPr>
            </a:lvl1pPr>
          </a:lstStyle>
          <a:p>
            <a:pPr indent="0" algn="r" defTabSz="914400">
              <a:lnSpc>
                <a:spcPct val="100000"/>
              </a:lnSpc>
              <a:buNone/>
              <a:tabLst>
                <a:tab algn="l" pos="0"/>
              </a:tabLst>
            </a:pPr>
            <a:fld id="{908314F1-2153-4E47-BB62-D50591B41662}" type="slidenum">
              <a:rPr b="0" lang="en-US" sz="1200" strike="noStrike" u="none">
                <a:solidFill>
                  <a:schemeClr val="dk1"/>
                </a:solidFill>
                <a:effectLst/>
                <a:uFillTx/>
                <a:latin typeface="Calibri"/>
                <a:ea typeface="Calibri"/>
              </a:rPr>
              <a:t>8</a:t>
            </a:fld>
            <a:endParaRPr b="0" lang="en-US" sz="1200" strike="noStrike" u="none">
              <a:solidFill>
                <a:srgbClr val="000000"/>
              </a:solidFill>
              <a:effectLst/>
              <a:uFillTx/>
              <a:latin typeface="Times New Roman"/>
            </a:endParaRPr>
          </a:p>
        </p:txBody>
      </p:sp>
      <p:sp>
        <p:nvSpPr>
          <p:cNvPr id="13" name="PlaceHolder 2"/>
          <p:cNvSpPr>
            <a:spLocks noGrp="1"/>
          </p:cNvSpPr>
          <p:nvPr>
            <p:ph type="body"/>
          </p:nvPr>
        </p:nvSpPr>
        <p:spPr>
          <a:xfrm>
            <a:off x="0" y="5400"/>
            <a:ext cx="9143640" cy="6857640"/>
          </a:xfrm>
          <a:prstGeom prst="rect">
            <a:avLst/>
          </a:prstGeom>
          <a:noFill/>
          <a:ln w="0">
            <a:noFill/>
          </a:ln>
        </p:spPr>
        <p:txBody>
          <a:bodyPr lIns="91440" rIns="91440" tIns="45720" bIns="45720" anchor="t">
            <a:no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chemeClr val="dk1"/>
              </a:solidFill>
              <a:effectLst/>
              <a:uFillTx/>
              <a:latin typeface="Calibri"/>
            </a:endParaRPr>
          </a:p>
          <a:p>
            <a:pPr lvl="1" marL="864000" indent="-324000">
              <a:spcBef>
                <a:spcPts val="1134"/>
              </a:spcBef>
              <a:buClr>
                <a:srgbClr val="000000"/>
              </a:buClr>
              <a:buSzPct val="75000"/>
              <a:buFont typeface="Symbol" charset="2"/>
              <a:buChar char=""/>
            </a:pPr>
            <a:r>
              <a:rPr b="0" lang="en-US" sz="3200" strike="noStrike" u="none">
                <a:solidFill>
                  <a:schemeClr val="dk1"/>
                </a:solidFill>
                <a:effectLst/>
                <a:uFillTx/>
                <a:latin typeface="Calibri"/>
              </a:rPr>
              <a:t>Second Outline Level</a:t>
            </a:r>
            <a:endParaRPr b="0" lang="en-US" sz="3200" strike="noStrike" u="none">
              <a:solidFill>
                <a:schemeClr val="dk1"/>
              </a:solidFill>
              <a:effectLst/>
              <a:uFillTx/>
              <a:latin typeface="Calibri"/>
            </a:endParaRPr>
          </a:p>
          <a:p>
            <a:pPr lvl="2" marL="1296000" indent="-288000">
              <a:spcBef>
                <a:spcPts val="850"/>
              </a:spcBef>
              <a:buClr>
                <a:srgbClr val="000000"/>
              </a:buClr>
              <a:buSzPct val="45000"/>
              <a:buFont typeface="Wingdings" charset="2"/>
              <a:buChar char=""/>
            </a:pPr>
            <a:r>
              <a:rPr b="0" lang="en-US" sz="3200" strike="noStrike" u="none">
                <a:solidFill>
                  <a:schemeClr val="dk1"/>
                </a:solidFill>
                <a:effectLst/>
                <a:uFillTx/>
                <a:latin typeface="Calibri"/>
              </a:rPr>
              <a:t>Third Outline Level</a:t>
            </a:r>
            <a:endParaRPr b="0" lang="en-US" sz="3200" strike="noStrike" u="none">
              <a:solidFill>
                <a:schemeClr val="dk1"/>
              </a:solidFill>
              <a:effectLst/>
              <a:uFillTx/>
              <a:latin typeface="Calibri"/>
            </a:endParaRPr>
          </a:p>
          <a:p>
            <a:pPr lvl="3" marL="1728000" indent="-216000">
              <a:spcBef>
                <a:spcPts val="567"/>
              </a:spcBef>
              <a:buClr>
                <a:srgbClr val="000000"/>
              </a:buClr>
              <a:buSzPct val="75000"/>
              <a:buFont typeface="Symbol" charset="2"/>
              <a:buChar char=""/>
            </a:pPr>
            <a:r>
              <a:rPr b="0" lang="en-US" sz="3200" strike="noStrike" u="none">
                <a:solidFill>
                  <a:schemeClr val="dk1"/>
                </a:solidFill>
                <a:effectLst/>
                <a:uFillTx/>
                <a:latin typeface="Calibri"/>
              </a:rPr>
              <a:t>Fourth Outline Level</a:t>
            </a:r>
            <a:endParaRPr b="0" lang="en-US" sz="3200" strike="noStrike" u="none">
              <a:solidFill>
                <a:schemeClr val="dk1"/>
              </a:solidFill>
              <a:effectLst/>
              <a:uFillTx/>
              <a:latin typeface="Calibri"/>
            </a:endParaRPr>
          </a:p>
          <a:p>
            <a:pPr lvl="4" marL="2160000" indent="-216000">
              <a:spcBef>
                <a:spcPts val="283"/>
              </a:spcBef>
              <a:buClr>
                <a:srgbClr val="000000"/>
              </a:buClr>
              <a:buSzPct val="45000"/>
              <a:buFont typeface="Wingdings" charset="2"/>
              <a:buChar char=""/>
            </a:pPr>
            <a:r>
              <a:rPr b="0" lang="en-US" sz="3200" strike="noStrike" u="none">
                <a:solidFill>
                  <a:schemeClr val="dk1"/>
                </a:solidFill>
                <a:effectLst/>
                <a:uFillTx/>
                <a:latin typeface="Calibri"/>
              </a:rPr>
              <a:t>Fifth Outline Level</a:t>
            </a:r>
            <a:endParaRPr b="0" lang="en-US" sz="3200" strike="noStrike" u="none">
              <a:solidFill>
                <a:schemeClr val="dk1"/>
              </a:solidFill>
              <a:effectLst/>
              <a:uFillTx/>
              <a:latin typeface="Calibri"/>
            </a:endParaRPr>
          </a:p>
          <a:p>
            <a:pPr lvl="5" marL="2592000" indent="-216000">
              <a:spcBef>
                <a:spcPts val="283"/>
              </a:spcBef>
              <a:buClr>
                <a:srgbClr val="000000"/>
              </a:buClr>
              <a:buSzPct val="45000"/>
              <a:buFont typeface="Wingdings" charset="2"/>
              <a:buChar char=""/>
            </a:pPr>
            <a:r>
              <a:rPr b="0" lang="en-US" sz="3200" strike="noStrike" u="none">
                <a:solidFill>
                  <a:schemeClr val="dk1"/>
                </a:solidFill>
                <a:effectLst/>
                <a:uFillTx/>
                <a:latin typeface="Calibri"/>
              </a:rPr>
              <a:t>Sixth Outline Level</a:t>
            </a:r>
            <a:endParaRPr b="0" lang="en-US" sz="3200" strike="noStrike" u="none">
              <a:solidFill>
                <a:schemeClr val="dk1"/>
              </a:solidFill>
              <a:effectLst/>
              <a:uFillTx/>
              <a:latin typeface="Calibri"/>
            </a:endParaRPr>
          </a:p>
          <a:p>
            <a:pPr lvl="6" marL="3024000" indent="-216000">
              <a:spcBef>
                <a:spcPts val="283"/>
              </a:spcBef>
              <a:buClr>
                <a:srgbClr val="000000"/>
              </a:buClr>
              <a:buSzPct val="45000"/>
              <a:buFont typeface="Wingdings" charset="2"/>
              <a:buChar char=""/>
            </a:pPr>
            <a:r>
              <a:rPr b="0" lang="en-US" sz="3200" strike="noStrike" u="none">
                <a:solidFill>
                  <a:schemeClr val="dk1"/>
                </a:solidFill>
                <a:effectLst/>
                <a:uFillTx/>
                <a:latin typeface="Calibri"/>
              </a:rPr>
              <a:t>Seventh Outline Level</a:t>
            </a:r>
            <a:endParaRPr b="0" lang="en-US" sz="3200" strike="noStrike" u="none">
              <a:solidFill>
                <a:schemeClr val="dk1"/>
              </a:solidFill>
              <a:effectLst/>
              <a:uFillTx/>
              <a:latin typeface="Calibri"/>
            </a:endParaRPr>
          </a:p>
        </p:txBody>
      </p:sp>
      <p:sp>
        <p:nvSpPr>
          <p:cNvPr id="14" name="PlaceHolder 3"/>
          <p:cNvSpPr>
            <a:spLocks noGrp="1"/>
          </p:cNvSpPr>
          <p:nvPr>
            <p:ph type="body"/>
          </p:nvPr>
        </p:nvSpPr>
        <p:spPr>
          <a:xfrm>
            <a:off x="304920" y="4952880"/>
            <a:ext cx="8610120" cy="1066320"/>
          </a:xfrm>
          <a:prstGeom prst="rect">
            <a:avLst/>
          </a:prstGeom>
          <a:solidFill>
            <a:srgbClr val="eeece1">
              <a:alpha val="50000"/>
            </a:srgbClr>
          </a:solidFill>
          <a:ln w="0">
            <a:noFill/>
          </a:ln>
        </p:spPr>
        <p:txBody>
          <a:bodyPr lIns="91440" rIns="91440" tIns="45720" bIns="45720" anchor="t">
            <a:no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chemeClr val="dk1"/>
              </a:solidFill>
              <a:effectLst/>
              <a:uFillTx/>
              <a:latin typeface="Calibri"/>
            </a:endParaRPr>
          </a:p>
          <a:p>
            <a:pPr lvl="1" marL="864000" indent="-324000">
              <a:spcBef>
                <a:spcPts val="1134"/>
              </a:spcBef>
              <a:buClr>
                <a:srgbClr val="000000"/>
              </a:buClr>
              <a:buSzPct val="75000"/>
              <a:buFont typeface="Symbol" charset="2"/>
              <a:buChar char=""/>
            </a:pPr>
            <a:r>
              <a:rPr b="0" lang="en-US" sz="3200" strike="noStrike" u="none">
                <a:solidFill>
                  <a:schemeClr val="dk1"/>
                </a:solidFill>
                <a:effectLst/>
                <a:uFillTx/>
                <a:latin typeface="Calibri"/>
              </a:rPr>
              <a:t>Second Outline Level</a:t>
            </a:r>
            <a:endParaRPr b="0" lang="en-US" sz="3200" strike="noStrike" u="none">
              <a:solidFill>
                <a:schemeClr val="dk1"/>
              </a:solidFill>
              <a:effectLst/>
              <a:uFillTx/>
              <a:latin typeface="Calibri"/>
            </a:endParaRPr>
          </a:p>
          <a:p>
            <a:pPr lvl="2" marL="1296000" indent="-288000">
              <a:spcBef>
                <a:spcPts val="850"/>
              </a:spcBef>
              <a:buClr>
                <a:srgbClr val="000000"/>
              </a:buClr>
              <a:buSzPct val="45000"/>
              <a:buFont typeface="Wingdings" charset="2"/>
              <a:buChar char=""/>
            </a:pPr>
            <a:r>
              <a:rPr b="0" lang="en-US" sz="3200" strike="noStrike" u="none">
                <a:solidFill>
                  <a:schemeClr val="dk1"/>
                </a:solidFill>
                <a:effectLst/>
                <a:uFillTx/>
                <a:latin typeface="Calibri"/>
              </a:rPr>
              <a:t>Third Outline Level</a:t>
            </a:r>
            <a:endParaRPr b="0" lang="en-US" sz="3200" strike="noStrike" u="none">
              <a:solidFill>
                <a:schemeClr val="dk1"/>
              </a:solidFill>
              <a:effectLst/>
              <a:uFillTx/>
              <a:latin typeface="Calibri"/>
            </a:endParaRPr>
          </a:p>
          <a:p>
            <a:pPr lvl="3" marL="1728000" indent="-216000">
              <a:spcBef>
                <a:spcPts val="567"/>
              </a:spcBef>
              <a:buClr>
                <a:srgbClr val="000000"/>
              </a:buClr>
              <a:buSzPct val="75000"/>
              <a:buFont typeface="Symbol" charset="2"/>
              <a:buChar char=""/>
            </a:pPr>
            <a:r>
              <a:rPr b="0" lang="en-US" sz="3200" strike="noStrike" u="none">
                <a:solidFill>
                  <a:schemeClr val="dk1"/>
                </a:solidFill>
                <a:effectLst/>
                <a:uFillTx/>
                <a:latin typeface="Calibri"/>
              </a:rPr>
              <a:t>Fourth Outline Level</a:t>
            </a:r>
            <a:endParaRPr b="0" lang="en-US" sz="3200" strike="noStrike" u="none">
              <a:solidFill>
                <a:schemeClr val="dk1"/>
              </a:solidFill>
              <a:effectLst/>
              <a:uFillTx/>
              <a:latin typeface="Calibri"/>
            </a:endParaRPr>
          </a:p>
          <a:p>
            <a:pPr lvl="4" marL="2160000" indent="-216000">
              <a:spcBef>
                <a:spcPts val="283"/>
              </a:spcBef>
              <a:buClr>
                <a:srgbClr val="000000"/>
              </a:buClr>
              <a:buSzPct val="45000"/>
              <a:buFont typeface="Wingdings" charset="2"/>
              <a:buChar char=""/>
            </a:pPr>
            <a:r>
              <a:rPr b="0" lang="en-US" sz="3200" strike="noStrike" u="none">
                <a:solidFill>
                  <a:schemeClr val="dk1"/>
                </a:solidFill>
                <a:effectLst/>
                <a:uFillTx/>
                <a:latin typeface="Calibri"/>
              </a:rPr>
              <a:t>Fifth Outline Level</a:t>
            </a:r>
            <a:endParaRPr b="0" lang="en-US" sz="3200" strike="noStrike" u="none">
              <a:solidFill>
                <a:schemeClr val="dk1"/>
              </a:solidFill>
              <a:effectLst/>
              <a:uFillTx/>
              <a:latin typeface="Calibri"/>
            </a:endParaRPr>
          </a:p>
          <a:p>
            <a:pPr lvl="5" marL="2592000" indent="-216000">
              <a:spcBef>
                <a:spcPts val="283"/>
              </a:spcBef>
              <a:buClr>
                <a:srgbClr val="000000"/>
              </a:buClr>
              <a:buSzPct val="45000"/>
              <a:buFont typeface="Wingdings" charset="2"/>
              <a:buChar char=""/>
            </a:pPr>
            <a:r>
              <a:rPr b="0" lang="en-US" sz="3200" strike="noStrike" u="none">
                <a:solidFill>
                  <a:schemeClr val="dk1"/>
                </a:solidFill>
                <a:effectLst/>
                <a:uFillTx/>
                <a:latin typeface="Calibri"/>
              </a:rPr>
              <a:t>Sixth Outline Level</a:t>
            </a:r>
            <a:endParaRPr b="0" lang="en-US" sz="3200" strike="noStrike" u="none">
              <a:solidFill>
                <a:schemeClr val="dk1"/>
              </a:solidFill>
              <a:effectLst/>
              <a:uFillTx/>
              <a:latin typeface="Calibri"/>
            </a:endParaRPr>
          </a:p>
          <a:p>
            <a:pPr lvl="6" marL="3024000" indent="-216000">
              <a:spcBef>
                <a:spcPts val="283"/>
              </a:spcBef>
              <a:buClr>
                <a:srgbClr val="000000"/>
              </a:buClr>
              <a:buSzPct val="45000"/>
              <a:buFont typeface="Wingdings" charset="2"/>
              <a:buChar char=""/>
            </a:pPr>
            <a:r>
              <a:rPr b="0" lang="en-US" sz="3200" strike="noStrike" u="none">
                <a:solidFill>
                  <a:schemeClr val="dk1"/>
                </a:solidFill>
                <a:effectLst/>
                <a:uFillTx/>
                <a:latin typeface="Calibri"/>
              </a:rPr>
              <a:t>Seventh Outline Level</a:t>
            </a:r>
            <a:endParaRPr b="0" lang="en-US" sz="3200" strike="noStrike" u="none">
              <a:solidFill>
                <a:schemeClr val="dk1"/>
              </a:solidFill>
              <a:effectLst/>
              <a:uFillTx/>
              <a:latin typeface="Calibri"/>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1_Title and Content">
    <p:bg>
      <p:bgPr>
        <a:solidFill>
          <a:srgbClr val="ffffff"/>
        </a:solidFill>
      </p:bgPr>
    </p:bg>
    <p:spTree>
      <p:nvGrpSpPr>
        <p:cNvPr id="1" name=""/>
        <p:cNvGrpSpPr/>
        <p:nvPr/>
      </p:nvGrpSpPr>
      <p:grpSpPr>
        <a:xfrm>
          <a:off x="0" y="0"/>
          <a:ext cx="0" cy="0"/>
          <a:chOff x="0" y="0"/>
          <a:chExt cx="0" cy="0"/>
        </a:xfrm>
      </p:grpSpPr>
      <p:sp>
        <p:nvSpPr>
          <p:cNvPr id="15"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defTabSz="914400">
              <a:lnSpc>
                <a:spcPct val="100000"/>
              </a:lnSpc>
              <a:buNone/>
            </a:pPr>
            <a:r>
              <a:rPr b="0" lang="en-US" sz="4400" strike="noStrike" u="none">
                <a:solidFill>
                  <a:schemeClr val="dk1"/>
                </a:solidFill>
                <a:effectLst/>
                <a:uFillTx/>
                <a:latin typeface="Franklin Gothic Medium"/>
              </a:rPr>
              <a:t>Click to edit Master title style</a:t>
            </a:r>
            <a:endParaRPr b="0" lang="en-US" sz="4400" strike="noStrike" u="none">
              <a:solidFill>
                <a:schemeClr val="dk1"/>
              </a:solidFill>
              <a:effectLst/>
              <a:uFillTx/>
              <a:latin typeface="Calibri"/>
            </a:endParaRPr>
          </a:p>
        </p:txBody>
      </p:sp>
      <p:sp>
        <p:nvSpPr>
          <p:cNvPr id="16"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a:noAutofit/>
          </a:bodyPr>
          <a:p>
            <a:pPr marL="343080" indent="-343080" defTabSz="914400">
              <a:lnSpc>
                <a:spcPct val="100000"/>
              </a:lnSpc>
              <a:spcBef>
                <a:spcPts val="641"/>
              </a:spcBef>
              <a:buClr>
                <a:srgbClr val="063755"/>
              </a:buClr>
              <a:buFont typeface="Arial"/>
              <a:buChar char="•"/>
            </a:pPr>
            <a:r>
              <a:rPr b="0" lang="en-US" sz="3200" strike="noStrike" u="none">
                <a:solidFill>
                  <a:schemeClr val="dk1"/>
                </a:solidFill>
                <a:effectLst/>
                <a:uFillTx/>
                <a:latin typeface="Calibri"/>
              </a:rPr>
              <a:t>Click to edit Master text styles</a:t>
            </a:r>
            <a:endParaRPr b="0" lang="en-US" sz="3200" strike="noStrike" u="none">
              <a:solidFill>
                <a:schemeClr val="dk1"/>
              </a:solidFill>
              <a:effectLst/>
              <a:uFillTx/>
              <a:latin typeface="Calibri"/>
            </a:endParaRPr>
          </a:p>
          <a:p>
            <a:pPr lvl="1" marL="743040" indent="-285840" defTabSz="914400">
              <a:lnSpc>
                <a:spcPct val="100000"/>
              </a:lnSpc>
              <a:spcBef>
                <a:spcPts val="561"/>
              </a:spcBef>
              <a:buClr>
                <a:srgbClr val="063755"/>
              </a:buClr>
              <a:buFont typeface="Courier New"/>
              <a:buChar char="o"/>
            </a:pPr>
            <a:r>
              <a:rPr b="0" lang="en-US" sz="2800" strike="noStrike" u="none">
                <a:solidFill>
                  <a:schemeClr val="dk1"/>
                </a:solidFill>
                <a:effectLst/>
                <a:uFillTx/>
                <a:latin typeface="Calibri"/>
              </a:rPr>
              <a:t>Second level</a:t>
            </a:r>
            <a:endParaRPr b="0" lang="en-US" sz="2800" strike="noStrike" u="none">
              <a:solidFill>
                <a:schemeClr val="dk1"/>
              </a:solidFill>
              <a:effectLst/>
              <a:uFillTx/>
              <a:latin typeface="Calibri"/>
            </a:endParaRPr>
          </a:p>
          <a:p>
            <a:pPr lvl="2" marL="1143000" indent="-228600" defTabSz="914400">
              <a:lnSpc>
                <a:spcPct val="100000"/>
              </a:lnSpc>
              <a:spcBef>
                <a:spcPts val="479"/>
              </a:spcBef>
              <a:buClr>
                <a:srgbClr val="063755"/>
              </a:buClr>
              <a:buFont typeface="Arial"/>
              <a:buChar char="•"/>
            </a:pPr>
            <a:r>
              <a:rPr b="0" lang="en-US" sz="2400" strike="noStrike" u="none">
                <a:solidFill>
                  <a:schemeClr val="dk1"/>
                </a:solidFill>
                <a:effectLst/>
                <a:uFillTx/>
                <a:latin typeface="Calibri"/>
              </a:rPr>
              <a:t>Third level</a:t>
            </a:r>
            <a:endParaRPr b="0" lang="en-US" sz="2400" strike="noStrike" u="none">
              <a:solidFill>
                <a:schemeClr val="dk1"/>
              </a:solidFill>
              <a:effectLst/>
              <a:uFillTx/>
              <a:latin typeface="Calibri"/>
            </a:endParaRPr>
          </a:p>
          <a:p>
            <a:pPr lvl="3" marL="1600200" indent="-228600" defTabSz="914400">
              <a:lnSpc>
                <a:spcPct val="100000"/>
              </a:lnSpc>
              <a:spcBef>
                <a:spcPts val="400"/>
              </a:spcBef>
              <a:buClr>
                <a:srgbClr val="063755"/>
              </a:buClr>
              <a:buFont typeface="Arial"/>
              <a:buChar char="–"/>
            </a:pPr>
            <a:r>
              <a:rPr b="0" lang="en-US" sz="2000" strike="noStrike" u="none">
                <a:solidFill>
                  <a:schemeClr val="dk1"/>
                </a:solidFill>
                <a:effectLst/>
                <a:uFillTx/>
                <a:latin typeface="Calibri"/>
              </a:rPr>
              <a:t>Fourth level</a:t>
            </a:r>
            <a:endParaRPr b="0" lang="en-US" sz="2000" strike="noStrike" u="none">
              <a:solidFill>
                <a:schemeClr val="dk1"/>
              </a:solidFill>
              <a:effectLst/>
              <a:uFillTx/>
              <a:latin typeface="Calibri"/>
            </a:endParaRPr>
          </a:p>
          <a:p>
            <a:pPr lvl="4" marL="2057400" indent="-228600" defTabSz="914400">
              <a:lnSpc>
                <a:spcPct val="100000"/>
              </a:lnSpc>
              <a:spcBef>
                <a:spcPts val="400"/>
              </a:spcBef>
              <a:buClr>
                <a:srgbClr val="063755"/>
              </a:buClr>
              <a:buFont typeface="Arial"/>
              <a:buChar char="˗"/>
            </a:pPr>
            <a:r>
              <a:rPr b="0" lang="en-US" sz="2000" strike="noStrike" u="none">
                <a:solidFill>
                  <a:schemeClr val="dk1"/>
                </a:solidFill>
                <a:effectLst/>
                <a:uFillTx/>
                <a:latin typeface="Calibri"/>
              </a:rPr>
              <a:t>Fifth level</a:t>
            </a:r>
            <a:endParaRPr b="0" lang="en-US" sz="2000" strike="noStrike" u="none">
              <a:solidFill>
                <a:schemeClr val="dk1"/>
              </a:solidFill>
              <a:effectLst/>
              <a:uFillTx/>
              <a:latin typeface="Calibri"/>
            </a:endParaRPr>
          </a:p>
        </p:txBody>
      </p:sp>
      <p:sp>
        <p:nvSpPr>
          <p:cNvPr id="17" name="PlaceHolder 3"/>
          <p:cNvSpPr>
            <a:spLocks noGrp="1"/>
          </p:cNvSpPr>
          <p:nvPr>
            <p:ph type="ftr" idx="5"/>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18" name="PlaceHolder 4"/>
          <p:cNvSpPr>
            <a:spLocks noGrp="1"/>
          </p:cNvSpPr>
          <p:nvPr>
            <p:ph type="sldNum" idx="6"/>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Calibri"/>
              </a:defRPr>
            </a:lvl1pPr>
          </a:lstStyle>
          <a:p>
            <a:pPr indent="0" algn="r" defTabSz="914400">
              <a:lnSpc>
                <a:spcPct val="100000"/>
              </a:lnSpc>
              <a:buNone/>
            </a:pPr>
            <a:fld id="{C8688F78-EA07-46F1-985B-9331C0F6E9C6}" type="slidenum">
              <a:rPr b="0" lang="en-US" sz="1200" strike="noStrike" u="none">
                <a:solidFill>
                  <a:schemeClr val="dk1">
                    <a:tint val="75000"/>
                  </a:schemeClr>
                </a:solidFill>
                <a:effectLst/>
                <a:uFillTx/>
                <a:latin typeface="Calibri"/>
              </a:rPr>
              <a:t>8</a:t>
            </a:fld>
            <a:endParaRPr b="0" lang="en-US" sz="1200" strike="noStrike" u="none">
              <a:solidFill>
                <a:srgbClr val="000000"/>
              </a:solidFill>
              <a:effectLst/>
              <a:uFillTx/>
              <a:latin typeface="Times New Roman"/>
            </a:endParaRPr>
          </a:p>
        </p:txBody>
      </p:sp>
      <p:cxnSp>
        <p:nvCxnSpPr>
          <p:cNvPr id="19" name="Straight Connector 17"/>
          <p:cNvCxnSpPr/>
          <p:nvPr/>
        </p:nvCxnSpPr>
        <p:spPr>
          <a:xfrm>
            <a:off x="457200" y="1447560"/>
            <a:ext cx="8229960" cy="360"/>
          </a:xfrm>
          <a:prstGeom prst="straightConnector1">
            <a:avLst/>
          </a:prstGeom>
          <a:ln w="28575">
            <a:solidFill>
              <a:srgbClr val="f6ba16"/>
            </a:solidFill>
            <a:round/>
          </a:ln>
        </p:spPr>
      </p:cxnSp>
      <p:pic>
        <p:nvPicPr>
          <p:cNvPr id="20" name="Picture 8" descr=""/>
          <p:cNvPicPr/>
          <p:nvPr/>
        </p:nvPicPr>
        <p:blipFill>
          <a:blip r:embed="rId2"/>
          <a:stretch/>
        </p:blipFill>
        <p:spPr>
          <a:xfrm>
            <a:off x="152280" y="5660640"/>
            <a:ext cx="1943280" cy="1295280"/>
          </a:xfrm>
          <a:prstGeom prst="rect">
            <a:avLst/>
          </a:prstGeom>
          <a:noFill/>
          <a:ln w="0">
            <a:noFill/>
          </a:ln>
        </p:spPr>
      </p:pic>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1_Two Content">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defTabSz="914400">
              <a:lnSpc>
                <a:spcPct val="100000"/>
              </a:lnSpc>
              <a:buNone/>
            </a:pPr>
            <a:r>
              <a:rPr b="0" lang="en-US" sz="4400" strike="noStrike" u="none">
                <a:solidFill>
                  <a:schemeClr val="dk1"/>
                </a:solidFill>
                <a:effectLst/>
                <a:uFillTx/>
                <a:latin typeface="Franklin Gothic Medium"/>
              </a:rPr>
              <a:t>Click to edit Master title style</a:t>
            </a:r>
            <a:endParaRPr b="0" lang="en-US" sz="4400" strike="noStrike" u="none">
              <a:solidFill>
                <a:schemeClr val="dk1"/>
              </a:solidFill>
              <a:effectLst/>
              <a:uFillTx/>
              <a:latin typeface="Calibri"/>
            </a:endParaRPr>
          </a:p>
        </p:txBody>
      </p:sp>
      <p:sp>
        <p:nvSpPr>
          <p:cNvPr id="22" name="PlaceHolder 2"/>
          <p:cNvSpPr>
            <a:spLocks noGrp="1"/>
          </p:cNvSpPr>
          <p:nvPr>
            <p:ph type="body"/>
          </p:nvPr>
        </p:nvSpPr>
        <p:spPr>
          <a:xfrm>
            <a:off x="457200" y="1600200"/>
            <a:ext cx="4038120" cy="4525560"/>
          </a:xfrm>
          <a:prstGeom prst="rect">
            <a:avLst/>
          </a:prstGeom>
          <a:noFill/>
          <a:ln w="0">
            <a:noFill/>
          </a:ln>
        </p:spPr>
        <p:txBody>
          <a:bodyPr lIns="91440" rIns="91440" tIns="45720" bIns="45720" anchor="t">
            <a:noAutofit/>
          </a:bodyPr>
          <a:p>
            <a:pPr marL="343080" indent="-343080" defTabSz="914400">
              <a:lnSpc>
                <a:spcPct val="100000"/>
              </a:lnSpc>
              <a:spcBef>
                <a:spcPts val="561"/>
              </a:spcBef>
              <a:buClr>
                <a:srgbClr val="063755"/>
              </a:buClr>
              <a:buFont typeface="Arial"/>
              <a:buChar char="•"/>
            </a:pPr>
            <a:r>
              <a:rPr b="0" lang="en-US" sz="2800" strike="noStrike" u="none">
                <a:solidFill>
                  <a:schemeClr val="dk1"/>
                </a:solidFill>
                <a:effectLst/>
                <a:uFillTx/>
                <a:latin typeface="Calibri"/>
              </a:rPr>
              <a:t>Click to edit Master text styles</a:t>
            </a:r>
            <a:endParaRPr b="0" lang="en-US" sz="2800" strike="noStrike" u="none">
              <a:solidFill>
                <a:schemeClr val="dk1"/>
              </a:solidFill>
              <a:effectLst/>
              <a:uFillTx/>
              <a:latin typeface="Calibri"/>
            </a:endParaRPr>
          </a:p>
          <a:p>
            <a:pPr lvl="1" marL="743040" indent="-285840" defTabSz="914400">
              <a:lnSpc>
                <a:spcPct val="100000"/>
              </a:lnSpc>
              <a:spcBef>
                <a:spcPts val="479"/>
              </a:spcBef>
              <a:buClr>
                <a:srgbClr val="063755"/>
              </a:buClr>
              <a:buFont typeface="Arial"/>
              <a:buChar char="–"/>
            </a:pPr>
            <a:r>
              <a:rPr b="0" lang="en-US" sz="2400" strike="noStrike" u="none">
                <a:solidFill>
                  <a:schemeClr val="dk1"/>
                </a:solidFill>
                <a:effectLst/>
                <a:uFillTx/>
                <a:latin typeface="Calibri"/>
              </a:rPr>
              <a:t>Second level</a:t>
            </a:r>
            <a:endParaRPr b="0" lang="en-US" sz="2400" strike="noStrike" u="none">
              <a:solidFill>
                <a:schemeClr val="dk1"/>
              </a:solidFill>
              <a:effectLst/>
              <a:uFillTx/>
              <a:latin typeface="Calibri"/>
            </a:endParaRPr>
          </a:p>
          <a:p>
            <a:pPr lvl="2" marL="1143000" indent="-228600" defTabSz="914400">
              <a:lnSpc>
                <a:spcPct val="100000"/>
              </a:lnSpc>
              <a:spcBef>
                <a:spcPts val="400"/>
              </a:spcBef>
              <a:buClr>
                <a:srgbClr val="063755"/>
              </a:buClr>
              <a:buFont typeface="Arial"/>
              <a:buChar char="•"/>
            </a:pPr>
            <a:r>
              <a:rPr b="0" lang="en-US" sz="2000" strike="noStrike" u="none">
                <a:solidFill>
                  <a:schemeClr val="dk1"/>
                </a:solidFill>
                <a:effectLst/>
                <a:uFillTx/>
                <a:latin typeface="Calibri"/>
              </a:rPr>
              <a:t>Third level</a:t>
            </a:r>
            <a:endParaRPr b="0" lang="en-US" sz="2000" strike="noStrike" u="none">
              <a:solidFill>
                <a:schemeClr val="dk1"/>
              </a:solidFill>
              <a:effectLst/>
              <a:uFillTx/>
              <a:latin typeface="Calibri"/>
            </a:endParaRPr>
          </a:p>
          <a:p>
            <a:pPr lvl="3" marL="1600200" indent="-228600" defTabSz="914400">
              <a:lnSpc>
                <a:spcPct val="100000"/>
              </a:lnSpc>
              <a:spcBef>
                <a:spcPts val="360"/>
              </a:spcBef>
              <a:buClr>
                <a:srgbClr val="063755"/>
              </a:buClr>
              <a:buFont typeface="Arial"/>
              <a:buChar char="–"/>
            </a:pPr>
            <a:r>
              <a:rPr b="0" lang="en-US" sz="1800" strike="noStrike" u="none">
                <a:solidFill>
                  <a:schemeClr val="dk1"/>
                </a:solidFill>
                <a:effectLst/>
                <a:uFillTx/>
                <a:latin typeface="Calibri"/>
              </a:rPr>
              <a:t>Fourth level</a:t>
            </a:r>
            <a:endParaRPr b="0" lang="en-US" sz="1800" strike="noStrike" u="none">
              <a:solidFill>
                <a:schemeClr val="dk1"/>
              </a:solidFill>
              <a:effectLst/>
              <a:uFillTx/>
              <a:latin typeface="Calibri"/>
            </a:endParaRPr>
          </a:p>
          <a:p>
            <a:pPr lvl="4" marL="2057400" indent="-228600" defTabSz="914400">
              <a:lnSpc>
                <a:spcPct val="100000"/>
              </a:lnSpc>
              <a:spcBef>
                <a:spcPts val="360"/>
              </a:spcBef>
              <a:buClr>
                <a:srgbClr val="063755"/>
              </a:buClr>
              <a:buFont typeface="Arial"/>
              <a:buChar char="»"/>
            </a:pPr>
            <a:r>
              <a:rPr b="0" lang="en-US" sz="1800" strike="noStrike" u="none">
                <a:solidFill>
                  <a:schemeClr val="dk1"/>
                </a:solidFill>
                <a:effectLst/>
                <a:uFillTx/>
                <a:latin typeface="Calibri"/>
              </a:rPr>
              <a:t>Fifth level</a:t>
            </a:r>
            <a:endParaRPr b="0" lang="en-US" sz="1800" strike="noStrike" u="none">
              <a:solidFill>
                <a:schemeClr val="dk1"/>
              </a:solidFill>
              <a:effectLst/>
              <a:uFillTx/>
              <a:latin typeface="Calibri"/>
            </a:endParaRPr>
          </a:p>
        </p:txBody>
      </p:sp>
      <p:sp>
        <p:nvSpPr>
          <p:cNvPr id="23" name="PlaceHolder 3"/>
          <p:cNvSpPr>
            <a:spLocks noGrp="1"/>
          </p:cNvSpPr>
          <p:nvPr>
            <p:ph type="body"/>
          </p:nvPr>
        </p:nvSpPr>
        <p:spPr>
          <a:xfrm>
            <a:off x="4648320" y="1600200"/>
            <a:ext cx="4038120" cy="4525560"/>
          </a:xfrm>
          <a:prstGeom prst="rect">
            <a:avLst/>
          </a:prstGeom>
          <a:noFill/>
          <a:ln w="0">
            <a:noFill/>
          </a:ln>
        </p:spPr>
        <p:txBody>
          <a:bodyPr lIns="91440" rIns="91440" tIns="45720" bIns="45720" anchor="t">
            <a:noAutofit/>
          </a:bodyPr>
          <a:p>
            <a:pPr marL="343080" indent="-343080" defTabSz="914400">
              <a:lnSpc>
                <a:spcPct val="100000"/>
              </a:lnSpc>
              <a:spcBef>
                <a:spcPts val="561"/>
              </a:spcBef>
              <a:buClr>
                <a:srgbClr val="063755"/>
              </a:buClr>
              <a:buFont typeface="Arial"/>
              <a:buChar char="•"/>
            </a:pPr>
            <a:r>
              <a:rPr b="0" lang="en-US" sz="2800" strike="noStrike" u="none">
                <a:solidFill>
                  <a:schemeClr val="dk1"/>
                </a:solidFill>
                <a:effectLst/>
                <a:uFillTx/>
                <a:latin typeface="Calibri"/>
              </a:rPr>
              <a:t>Click to edit Master text styles</a:t>
            </a:r>
            <a:endParaRPr b="0" lang="en-US" sz="2800" strike="noStrike" u="none">
              <a:solidFill>
                <a:schemeClr val="dk1"/>
              </a:solidFill>
              <a:effectLst/>
              <a:uFillTx/>
              <a:latin typeface="Calibri"/>
            </a:endParaRPr>
          </a:p>
          <a:p>
            <a:pPr lvl="1" marL="743040" indent="-285840" defTabSz="914400">
              <a:lnSpc>
                <a:spcPct val="100000"/>
              </a:lnSpc>
              <a:spcBef>
                <a:spcPts val="479"/>
              </a:spcBef>
              <a:buClr>
                <a:srgbClr val="063755"/>
              </a:buClr>
              <a:buFont typeface="Arial"/>
              <a:buChar char="–"/>
            </a:pPr>
            <a:r>
              <a:rPr b="0" lang="en-US" sz="2400" strike="noStrike" u="none">
                <a:solidFill>
                  <a:schemeClr val="dk1"/>
                </a:solidFill>
                <a:effectLst/>
                <a:uFillTx/>
                <a:latin typeface="Calibri"/>
              </a:rPr>
              <a:t>Second level</a:t>
            </a:r>
            <a:endParaRPr b="0" lang="en-US" sz="2400" strike="noStrike" u="none">
              <a:solidFill>
                <a:schemeClr val="dk1"/>
              </a:solidFill>
              <a:effectLst/>
              <a:uFillTx/>
              <a:latin typeface="Calibri"/>
            </a:endParaRPr>
          </a:p>
          <a:p>
            <a:pPr lvl="2" marL="1143000" indent="-228600" defTabSz="914400">
              <a:lnSpc>
                <a:spcPct val="100000"/>
              </a:lnSpc>
              <a:spcBef>
                <a:spcPts val="400"/>
              </a:spcBef>
              <a:buClr>
                <a:srgbClr val="063755"/>
              </a:buClr>
              <a:buFont typeface="Arial"/>
              <a:buChar char="•"/>
            </a:pPr>
            <a:r>
              <a:rPr b="0" lang="en-US" sz="2000" strike="noStrike" u="none">
                <a:solidFill>
                  <a:schemeClr val="dk1"/>
                </a:solidFill>
                <a:effectLst/>
                <a:uFillTx/>
                <a:latin typeface="Calibri"/>
              </a:rPr>
              <a:t>Third level</a:t>
            </a:r>
            <a:endParaRPr b="0" lang="en-US" sz="2000" strike="noStrike" u="none">
              <a:solidFill>
                <a:schemeClr val="dk1"/>
              </a:solidFill>
              <a:effectLst/>
              <a:uFillTx/>
              <a:latin typeface="Calibri"/>
            </a:endParaRPr>
          </a:p>
          <a:p>
            <a:pPr lvl="3" marL="1600200" indent="-228600" defTabSz="914400">
              <a:lnSpc>
                <a:spcPct val="100000"/>
              </a:lnSpc>
              <a:spcBef>
                <a:spcPts val="360"/>
              </a:spcBef>
              <a:buClr>
                <a:srgbClr val="063755"/>
              </a:buClr>
              <a:buFont typeface="Arial"/>
              <a:buChar char="–"/>
            </a:pPr>
            <a:r>
              <a:rPr b="0" lang="en-US" sz="1800" strike="noStrike" u="none">
                <a:solidFill>
                  <a:schemeClr val="dk1"/>
                </a:solidFill>
                <a:effectLst/>
                <a:uFillTx/>
                <a:latin typeface="Calibri"/>
              </a:rPr>
              <a:t>Fourth level</a:t>
            </a:r>
            <a:endParaRPr b="0" lang="en-US" sz="1800" strike="noStrike" u="none">
              <a:solidFill>
                <a:schemeClr val="dk1"/>
              </a:solidFill>
              <a:effectLst/>
              <a:uFillTx/>
              <a:latin typeface="Calibri"/>
            </a:endParaRPr>
          </a:p>
          <a:p>
            <a:pPr lvl="4" marL="2057400" indent="-228600" defTabSz="914400">
              <a:lnSpc>
                <a:spcPct val="100000"/>
              </a:lnSpc>
              <a:spcBef>
                <a:spcPts val="360"/>
              </a:spcBef>
              <a:buClr>
                <a:srgbClr val="063755"/>
              </a:buClr>
              <a:buFont typeface="Arial"/>
              <a:buChar char="»"/>
            </a:pPr>
            <a:r>
              <a:rPr b="0" lang="en-US" sz="1800" strike="noStrike" u="none">
                <a:solidFill>
                  <a:schemeClr val="dk1"/>
                </a:solidFill>
                <a:effectLst/>
                <a:uFillTx/>
                <a:latin typeface="Calibri"/>
              </a:rPr>
              <a:t>Fifth level</a:t>
            </a:r>
            <a:endParaRPr b="0" lang="en-US" sz="1800" strike="noStrike" u="none">
              <a:solidFill>
                <a:schemeClr val="dk1"/>
              </a:solidFill>
              <a:effectLst/>
              <a:uFillTx/>
              <a:latin typeface="Calibri"/>
            </a:endParaRPr>
          </a:p>
        </p:txBody>
      </p:sp>
      <p:sp>
        <p:nvSpPr>
          <p:cNvPr id="24" name="PlaceHolder 4"/>
          <p:cNvSpPr>
            <a:spLocks noGrp="1"/>
          </p:cNvSpPr>
          <p:nvPr>
            <p:ph type="ftr" idx="7"/>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25" name="PlaceHolder 5"/>
          <p:cNvSpPr>
            <a:spLocks noGrp="1"/>
          </p:cNvSpPr>
          <p:nvPr>
            <p:ph type="sldNum" idx="8"/>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Calibri"/>
              </a:defRPr>
            </a:lvl1pPr>
          </a:lstStyle>
          <a:p>
            <a:pPr indent="0" algn="r" defTabSz="914400">
              <a:lnSpc>
                <a:spcPct val="100000"/>
              </a:lnSpc>
              <a:buNone/>
            </a:pPr>
            <a:fld id="{C4211156-73AA-48F7-A41E-44AABAE9D760}" type="slidenum">
              <a:rPr b="0" lang="en-US" sz="1200" strike="noStrike" u="none">
                <a:solidFill>
                  <a:schemeClr val="dk1">
                    <a:tint val="75000"/>
                  </a:schemeClr>
                </a:solidFill>
                <a:effectLst/>
                <a:uFillTx/>
                <a:latin typeface="Calibri"/>
              </a:rPr>
              <a:t>8</a:t>
            </a:fld>
            <a:endParaRPr b="0" lang="en-US" sz="1200" strike="noStrike" u="none">
              <a:solidFill>
                <a:srgbClr val="000000"/>
              </a:solidFill>
              <a:effectLst/>
              <a:uFillTx/>
              <a:latin typeface="Times New Roman"/>
            </a:endParaRPr>
          </a:p>
        </p:txBody>
      </p:sp>
      <p:cxnSp>
        <p:nvCxnSpPr>
          <p:cNvPr id="26" name="Straight Connector 20"/>
          <p:cNvCxnSpPr/>
          <p:nvPr/>
        </p:nvCxnSpPr>
        <p:spPr>
          <a:xfrm>
            <a:off x="457200" y="1447560"/>
            <a:ext cx="8229960" cy="360"/>
          </a:xfrm>
          <a:prstGeom prst="straightConnector1">
            <a:avLst/>
          </a:prstGeom>
          <a:ln w="28575">
            <a:solidFill>
              <a:srgbClr val="f6ba16"/>
            </a:solidFill>
            <a:round/>
          </a:ln>
        </p:spPr>
      </p:cxnSp>
      <p:pic>
        <p:nvPicPr>
          <p:cNvPr id="27" name="Picture 8" descr=""/>
          <p:cNvPicPr/>
          <p:nvPr/>
        </p:nvPicPr>
        <p:blipFill>
          <a:blip r:embed="rId2"/>
          <a:stretch/>
        </p:blipFill>
        <p:spPr>
          <a:xfrm>
            <a:off x="152280" y="5660640"/>
            <a:ext cx="1943280" cy="1295280"/>
          </a:xfrm>
          <a:prstGeom prst="rect">
            <a:avLst/>
          </a:prstGeom>
          <a:noFill/>
          <a:ln w="0">
            <a:noFill/>
          </a:ln>
        </p:spPr>
      </p:pic>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Comparison">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defTabSz="914400">
              <a:lnSpc>
                <a:spcPct val="100000"/>
              </a:lnSpc>
              <a:buNone/>
            </a:pPr>
            <a:r>
              <a:rPr b="0" lang="en-US" sz="4400" strike="noStrike" u="none">
                <a:solidFill>
                  <a:schemeClr val="dk1"/>
                </a:solidFill>
                <a:effectLst/>
                <a:uFillTx/>
                <a:latin typeface="Franklin Gothic Medium"/>
              </a:rPr>
              <a:t>Click to edit Master title style</a:t>
            </a:r>
            <a:endParaRPr b="0" lang="en-US" sz="4400" strike="noStrike" u="none">
              <a:solidFill>
                <a:schemeClr val="dk1"/>
              </a:solidFill>
              <a:effectLst/>
              <a:uFillTx/>
              <a:latin typeface="Calibri"/>
            </a:endParaRPr>
          </a:p>
        </p:txBody>
      </p:sp>
      <p:sp>
        <p:nvSpPr>
          <p:cNvPr id="29" name="PlaceHolder 2"/>
          <p:cNvSpPr>
            <a:spLocks noGrp="1"/>
          </p:cNvSpPr>
          <p:nvPr>
            <p:ph type="body"/>
          </p:nvPr>
        </p:nvSpPr>
        <p:spPr>
          <a:xfrm>
            <a:off x="457200" y="1676520"/>
            <a:ext cx="4039920" cy="498240"/>
          </a:xfrm>
          <a:prstGeom prst="rect">
            <a:avLst/>
          </a:prstGeom>
          <a:noFill/>
          <a:ln w="0">
            <a:noFill/>
          </a:ln>
        </p:spPr>
        <p:txBody>
          <a:bodyPr lIns="91440" rIns="91440" tIns="45720" bIns="45720" anchor="b">
            <a:noAutofit/>
          </a:bodyPr>
          <a:p>
            <a:pPr indent="0" defTabSz="914400">
              <a:lnSpc>
                <a:spcPct val="100000"/>
              </a:lnSpc>
              <a:spcBef>
                <a:spcPts val="479"/>
              </a:spcBef>
              <a:buNone/>
              <a:tabLst>
                <a:tab algn="l" pos="0"/>
              </a:tabLst>
            </a:pPr>
            <a:r>
              <a:rPr b="1" lang="en-US" sz="2400" strike="noStrike" u="none">
                <a:solidFill>
                  <a:schemeClr val="dk1"/>
                </a:solidFill>
                <a:effectLst/>
                <a:uFillTx/>
                <a:latin typeface="Calibri"/>
              </a:rPr>
              <a:t>Click to edit Master text styles</a:t>
            </a:r>
            <a:endParaRPr b="0" lang="en-US" sz="2400" strike="noStrike" u="none">
              <a:solidFill>
                <a:schemeClr val="dk1"/>
              </a:solidFill>
              <a:effectLst/>
              <a:uFillTx/>
              <a:latin typeface="Calibri"/>
            </a:endParaRPr>
          </a:p>
        </p:txBody>
      </p:sp>
      <p:sp>
        <p:nvSpPr>
          <p:cNvPr id="30" name="PlaceHolder 3"/>
          <p:cNvSpPr>
            <a:spLocks noGrp="1"/>
          </p:cNvSpPr>
          <p:nvPr>
            <p:ph type="body"/>
          </p:nvPr>
        </p:nvSpPr>
        <p:spPr>
          <a:xfrm>
            <a:off x="457200" y="2174760"/>
            <a:ext cx="4039920" cy="3951000"/>
          </a:xfrm>
          <a:prstGeom prst="rect">
            <a:avLst/>
          </a:prstGeom>
          <a:noFill/>
          <a:ln w="0">
            <a:noFill/>
          </a:ln>
        </p:spPr>
        <p:txBody>
          <a:bodyPr lIns="91440" rIns="91440" tIns="45720" bIns="45720" anchor="t">
            <a:noAutofit/>
          </a:bodyPr>
          <a:p>
            <a:pPr marL="343080" indent="-343080" defTabSz="914400">
              <a:lnSpc>
                <a:spcPct val="100000"/>
              </a:lnSpc>
              <a:spcBef>
                <a:spcPts val="479"/>
              </a:spcBef>
              <a:buClr>
                <a:srgbClr val="063755"/>
              </a:buClr>
              <a:buFont typeface="Arial"/>
              <a:buChar char="•"/>
            </a:pPr>
            <a:r>
              <a:rPr b="0" lang="en-US" sz="2400" strike="noStrike" u="none">
                <a:solidFill>
                  <a:schemeClr val="dk1"/>
                </a:solidFill>
                <a:effectLst/>
                <a:uFillTx/>
                <a:latin typeface="Calibri"/>
              </a:rPr>
              <a:t>Click to edit Master text styles</a:t>
            </a:r>
            <a:endParaRPr b="0" lang="en-US" sz="2400" strike="noStrike" u="none">
              <a:solidFill>
                <a:schemeClr val="dk1"/>
              </a:solidFill>
              <a:effectLst/>
              <a:uFillTx/>
              <a:latin typeface="Calibri"/>
            </a:endParaRPr>
          </a:p>
          <a:p>
            <a:pPr lvl="1" marL="743040" indent="-285840" defTabSz="914400">
              <a:lnSpc>
                <a:spcPct val="100000"/>
              </a:lnSpc>
              <a:spcBef>
                <a:spcPts val="400"/>
              </a:spcBef>
              <a:buClr>
                <a:srgbClr val="063755"/>
              </a:buClr>
              <a:buFont typeface="Arial"/>
              <a:buChar char="–"/>
            </a:pPr>
            <a:r>
              <a:rPr b="0" lang="en-US" sz="2000" strike="noStrike" u="none">
                <a:solidFill>
                  <a:schemeClr val="dk1"/>
                </a:solidFill>
                <a:effectLst/>
                <a:uFillTx/>
                <a:latin typeface="Calibri"/>
              </a:rPr>
              <a:t>Second level</a:t>
            </a:r>
            <a:endParaRPr b="0" lang="en-US" sz="2000" strike="noStrike" u="none">
              <a:solidFill>
                <a:schemeClr val="dk1"/>
              </a:solidFill>
              <a:effectLst/>
              <a:uFillTx/>
              <a:latin typeface="Calibri"/>
            </a:endParaRPr>
          </a:p>
          <a:p>
            <a:pPr lvl="2" marL="1143000" indent="-228600" defTabSz="914400">
              <a:lnSpc>
                <a:spcPct val="100000"/>
              </a:lnSpc>
              <a:spcBef>
                <a:spcPts val="360"/>
              </a:spcBef>
              <a:buClr>
                <a:srgbClr val="063755"/>
              </a:buClr>
              <a:buFont typeface="Arial"/>
              <a:buChar char="•"/>
            </a:pPr>
            <a:r>
              <a:rPr b="0" lang="en-US" sz="1800" strike="noStrike" u="none">
                <a:solidFill>
                  <a:schemeClr val="dk1"/>
                </a:solidFill>
                <a:effectLst/>
                <a:uFillTx/>
                <a:latin typeface="Calibri"/>
              </a:rPr>
              <a:t>Third level</a:t>
            </a:r>
            <a:endParaRPr b="0" lang="en-US" sz="1800" strike="noStrike" u="none">
              <a:solidFill>
                <a:schemeClr val="dk1"/>
              </a:solidFill>
              <a:effectLst/>
              <a:uFillTx/>
              <a:latin typeface="Calibri"/>
            </a:endParaRPr>
          </a:p>
          <a:p>
            <a:pPr lvl="3" marL="1600200" indent="-228600" defTabSz="914400">
              <a:lnSpc>
                <a:spcPct val="100000"/>
              </a:lnSpc>
              <a:spcBef>
                <a:spcPts val="320"/>
              </a:spcBef>
              <a:buClr>
                <a:srgbClr val="063755"/>
              </a:buClr>
              <a:buFont typeface="Arial"/>
              <a:buChar char="–"/>
            </a:pPr>
            <a:r>
              <a:rPr b="0" lang="en-US" sz="1600" strike="noStrike" u="none">
                <a:solidFill>
                  <a:schemeClr val="dk1"/>
                </a:solidFill>
                <a:effectLst/>
                <a:uFillTx/>
                <a:latin typeface="Calibri"/>
              </a:rPr>
              <a:t>Fourth level</a:t>
            </a:r>
            <a:endParaRPr b="0" lang="en-US" sz="1600" strike="noStrike" u="none">
              <a:solidFill>
                <a:schemeClr val="dk1"/>
              </a:solidFill>
              <a:effectLst/>
              <a:uFillTx/>
              <a:latin typeface="Calibri"/>
            </a:endParaRPr>
          </a:p>
          <a:p>
            <a:pPr lvl="4" marL="2057400" indent="-228600" defTabSz="914400">
              <a:lnSpc>
                <a:spcPct val="100000"/>
              </a:lnSpc>
              <a:spcBef>
                <a:spcPts val="320"/>
              </a:spcBef>
              <a:buClr>
                <a:srgbClr val="063755"/>
              </a:buClr>
              <a:buFont typeface="Arial"/>
              <a:buChar char="»"/>
            </a:pPr>
            <a:r>
              <a:rPr b="0" lang="en-US" sz="1600" strike="noStrike" u="none">
                <a:solidFill>
                  <a:schemeClr val="dk1"/>
                </a:solidFill>
                <a:effectLst/>
                <a:uFillTx/>
                <a:latin typeface="Calibri"/>
              </a:rPr>
              <a:t>Fifth level</a:t>
            </a:r>
            <a:endParaRPr b="0" lang="en-US" sz="1600" strike="noStrike" u="none">
              <a:solidFill>
                <a:schemeClr val="dk1"/>
              </a:solidFill>
              <a:effectLst/>
              <a:uFillTx/>
              <a:latin typeface="Calibri"/>
            </a:endParaRPr>
          </a:p>
        </p:txBody>
      </p:sp>
      <p:sp>
        <p:nvSpPr>
          <p:cNvPr id="31" name="PlaceHolder 4"/>
          <p:cNvSpPr>
            <a:spLocks noGrp="1"/>
          </p:cNvSpPr>
          <p:nvPr>
            <p:ph type="body"/>
          </p:nvPr>
        </p:nvSpPr>
        <p:spPr>
          <a:xfrm>
            <a:off x="4645080" y="1676520"/>
            <a:ext cx="4041360" cy="498240"/>
          </a:xfrm>
          <a:prstGeom prst="rect">
            <a:avLst/>
          </a:prstGeom>
          <a:noFill/>
          <a:ln w="0">
            <a:noFill/>
          </a:ln>
        </p:spPr>
        <p:txBody>
          <a:bodyPr lIns="91440" rIns="91440" tIns="45720" bIns="45720" anchor="b">
            <a:noAutofit/>
          </a:bodyPr>
          <a:p>
            <a:pPr indent="0" defTabSz="914400">
              <a:lnSpc>
                <a:spcPct val="100000"/>
              </a:lnSpc>
              <a:spcBef>
                <a:spcPts val="479"/>
              </a:spcBef>
              <a:buNone/>
              <a:tabLst>
                <a:tab algn="l" pos="0"/>
              </a:tabLst>
            </a:pPr>
            <a:r>
              <a:rPr b="1" lang="en-US" sz="2400" strike="noStrike" u="none">
                <a:solidFill>
                  <a:schemeClr val="dk1"/>
                </a:solidFill>
                <a:effectLst/>
                <a:uFillTx/>
                <a:latin typeface="Calibri"/>
              </a:rPr>
              <a:t>Click to edit Master text styles</a:t>
            </a:r>
            <a:endParaRPr b="0" lang="en-US" sz="2400" strike="noStrike" u="none">
              <a:solidFill>
                <a:schemeClr val="dk1"/>
              </a:solidFill>
              <a:effectLst/>
              <a:uFillTx/>
              <a:latin typeface="Calibri"/>
            </a:endParaRPr>
          </a:p>
        </p:txBody>
      </p:sp>
      <p:sp>
        <p:nvSpPr>
          <p:cNvPr id="32" name="PlaceHolder 5"/>
          <p:cNvSpPr>
            <a:spLocks noGrp="1"/>
          </p:cNvSpPr>
          <p:nvPr>
            <p:ph type="body"/>
          </p:nvPr>
        </p:nvSpPr>
        <p:spPr>
          <a:xfrm>
            <a:off x="4645080" y="2174760"/>
            <a:ext cx="4041360" cy="3951000"/>
          </a:xfrm>
          <a:prstGeom prst="rect">
            <a:avLst/>
          </a:prstGeom>
          <a:noFill/>
          <a:ln w="0">
            <a:noFill/>
          </a:ln>
        </p:spPr>
        <p:txBody>
          <a:bodyPr lIns="91440" rIns="91440" tIns="45720" bIns="45720" anchor="t">
            <a:noAutofit/>
          </a:bodyPr>
          <a:p>
            <a:pPr marL="343080" indent="-343080" defTabSz="914400">
              <a:lnSpc>
                <a:spcPct val="100000"/>
              </a:lnSpc>
              <a:spcBef>
                <a:spcPts val="479"/>
              </a:spcBef>
              <a:buClr>
                <a:srgbClr val="063755"/>
              </a:buClr>
              <a:buFont typeface="Arial"/>
              <a:buChar char="•"/>
            </a:pPr>
            <a:r>
              <a:rPr b="0" lang="en-US" sz="2400" strike="noStrike" u="none">
                <a:solidFill>
                  <a:schemeClr val="dk1"/>
                </a:solidFill>
                <a:effectLst/>
                <a:uFillTx/>
                <a:latin typeface="Calibri"/>
              </a:rPr>
              <a:t>Click to edit Master text styles</a:t>
            </a:r>
            <a:endParaRPr b="0" lang="en-US" sz="2400" strike="noStrike" u="none">
              <a:solidFill>
                <a:schemeClr val="dk1"/>
              </a:solidFill>
              <a:effectLst/>
              <a:uFillTx/>
              <a:latin typeface="Calibri"/>
            </a:endParaRPr>
          </a:p>
          <a:p>
            <a:pPr lvl="1" marL="743040" indent="-285840" defTabSz="914400">
              <a:lnSpc>
                <a:spcPct val="100000"/>
              </a:lnSpc>
              <a:spcBef>
                <a:spcPts val="400"/>
              </a:spcBef>
              <a:buClr>
                <a:srgbClr val="063755"/>
              </a:buClr>
              <a:buFont typeface="Arial"/>
              <a:buChar char="–"/>
            </a:pPr>
            <a:r>
              <a:rPr b="0" lang="en-US" sz="2000" strike="noStrike" u="none">
                <a:solidFill>
                  <a:schemeClr val="dk1"/>
                </a:solidFill>
                <a:effectLst/>
                <a:uFillTx/>
                <a:latin typeface="Calibri"/>
              </a:rPr>
              <a:t>Second level</a:t>
            </a:r>
            <a:endParaRPr b="0" lang="en-US" sz="2000" strike="noStrike" u="none">
              <a:solidFill>
                <a:schemeClr val="dk1"/>
              </a:solidFill>
              <a:effectLst/>
              <a:uFillTx/>
              <a:latin typeface="Calibri"/>
            </a:endParaRPr>
          </a:p>
          <a:p>
            <a:pPr lvl="2" marL="1143000" indent="-228600" defTabSz="914400">
              <a:lnSpc>
                <a:spcPct val="100000"/>
              </a:lnSpc>
              <a:spcBef>
                <a:spcPts val="360"/>
              </a:spcBef>
              <a:buClr>
                <a:srgbClr val="063755"/>
              </a:buClr>
              <a:buFont typeface="Arial"/>
              <a:buChar char="•"/>
            </a:pPr>
            <a:r>
              <a:rPr b="0" lang="en-US" sz="1800" strike="noStrike" u="none">
                <a:solidFill>
                  <a:schemeClr val="dk1"/>
                </a:solidFill>
                <a:effectLst/>
                <a:uFillTx/>
                <a:latin typeface="Calibri"/>
              </a:rPr>
              <a:t>Third level</a:t>
            </a:r>
            <a:endParaRPr b="0" lang="en-US" sz="1800" strike="noStrike" u="none">
              <a:solidFill>
                <a:schemeClr val="dk1"/>
              </a:solidFill>
              <a:effectLst/>
              <a:uFillTx/>
              <a:latin typeface="Calibri"/>
            </a:endParaRPr>
          </a:p>
          <a:p>
            <a:pPr lvl="3" marL="1600200" indent="-228600" defTabSz="914400">
              <a:lnSpc>
                <a:spcPct val="100000"/>
              </a:lnSpc>
              <a:spcBef>
                <a:spcPts val="320"/>
              </a:spcBef>
              <a:buClr>
                <a:srgbClr val="063755"/>
              </a:buClr>
              <a:buFont typeface="Arial"/>
              <a:buChar char="–"/>
            </a:pPr>
            <a:r>
              <a:rPr b="0" lang="en-US" sz="1600" strike="noStrike" u="none">
                <a:solidFill>
                  <a:schemeClr val="dk1"/>
                </a:solidFill>
                <a:effectLst/>
                <a:uFillTx/>
                <a:latin typeface="Calibri"/>
              </a:rPr>
              <a:t>Fourth level</a:t>
            </a:r>
            <a:endParaRPr b="0" lang="en-US" sz="1600" strike="noStrike" u="none">
              <a:solidFill>
                <a:schemeClr val="dk1"/>
              </a:solidFill>
              <a:effectLst/>
              <a:uFillTx/>
              <a:latin typeface="Calibri"/>
            </a:endParaRPr>
          </a:p>
          <a:p>
            <a:pPr lvl="4" marL="2057400" indent="-228600" defTabSz="914400">
              <a:lnSpc>
                <a:spcPct val="100000"/>
              </a:lnSpc>
              <a:spcBef>
                <a:spcPts val="320"/>
              </a:spcBef>
              <a:buClr>
                <a:srgbClr val="063755"/>
              </a:buClr>
              <a:buFont typeface="Arial"/>
              <a:buChar char="»"/>
            </a:pPr>
            <a:r>
              <a:rPr b="0" lang="en-US" sz="1600" strike="noStrike" u="none">
                <a:solidFill>
                  <a:schemeClr val="dk1"/>
                </a:solidFill>
                <a:effectLst/>
                <a:uFillTx/>
                <a:latin typeface="Calibri"/>
              </a:rPr>
              <a:t>Fifth level</a:t>
            </a:r>
            <a:endParaRPr b="0" lang="en-US" sz="1600" strike="noStrike" u="none">
              <a:solidFill>
                <a:schemeClr val="dk1"/>
              </a:solidFill>
              <a:effectLst/>
              <a:uFillTx/>
              <a:latin typeface="Calibri"/>
            </a:endParaRPr>
          </a:p>
        </p:txBody>
      </p:sp>
      <p:sp>
        <p:nvSpPr>
          <p:cNvPr id="33" name="PlaceHolder 6"/>
          <p:cNvSpPr>
            <a:spLocks noGrp="1"/>
          </p:cNvSpPr>
          <p:nvPr>
            <p:ph type="ftr" idx="9"/>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34" name="PlaceHolder 7"/>
          <p:cNvSpPr>
            <a:spLocks noGrp="1"/>
          </p:cNvSpPr>
          <p:nvPr>
            <p:ph type="sldNum" idx="10"/>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Calibri"/>
              </a:defRPr>
            </a:lvl1pPr>
          </a:lstStyle>
          <a:p>
            <a:pPr indent="0" algn="r" defTabSz="914400">
              <a:lnSpc>
                <a:spcPct val="100000"/>
              </a:lnSpc>
              <a:buNone/>
            </a:pPr>
            <a:fld id="{77AE3C8E-E921-4E60-9B25-D2B39DC55512}" type="slidenum">
              <a:rPr b="0" lang="en-US" sz="1200" strike="noStrike" u="none">
                <a:solidFill>
                  <a:schemeClr val="dk1">
                    <a:tint val="75000"/>
                  </a:schemeClr>
                </a:solidFill>
                <a:effectLst/>
                <a:uFillTx/>
                <a:latin typeface="Calibri"/>
              </a:rPr>
              <a:t>8</a:t>
            </a:fld>
            <a:endParaRPr b="0" lang="en-US" sz="1200" strike="noStrike" u="none">
              <a:solidFill>
                <a:srgbClr val="000000"/>
              </a:solidFill>
              <a:effectLst/>
              <a:uFillTx/>
              <a:latin typeface="Times New Roman"/>
            </a:endParaRPr>
          </a:p>
        </p:txBody>
      </p:sp>
      <p:cxnSp>
        <p:nvCxnSpPr>
          <p:cNvPr id="35" name="Straight Connector 19"/>
          <p:cNvCxnSpPr/>
          <p:nvPr/>
        </p:nvCxnSpPr>
        <p:spPr>
          <a:xfrm>
            <a:off x="457200" y="1447560"/>
            <a:ext cx="8229960" cy="360"/>
          </a:xfrm>
          <a:prstGeom prst="straightConnector1">
            <a:avLst/>
          </a:prstGeom>
          <a:ln w="28575">
            <a:solidFill>
              <a:srgbClr val="f6ba16"/>
            </a:solidFill>
            <a:round/>
          </a:ln>
        </p:spPr>
      </p:cxnSp>
      <p:pic>
        <p:nvPicPr>
          <p:cNvPr id="36" name="Picture 10" descr=""/>
          <p:cNvPicPr/>
          <p:nvPr/>
        </p:nvPicPr>
        <p:blipFill>
          <a:blip r:embed="rId2"/>
          <a:stretch/>
        </p:blipFill>
        <p:spPr>
          <a:xfrm>
            <a:off x="152280" y="5660640"/>
            <a:ext cx="1943280" cy="1295280"/>
          </a:xfrm>
          <a:prstGeom prst="rect">
            <a:avLst/>
          </a:prstGeom>
          <a:noFill/>
          <a:ln w="0">
            <a:noFill/>
          </a:ln>
        </p:spPr>
      </p:pic>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Blank">
    <p:bg>
      <p:bgPr>
        <a:solidFill>
          <a:srgbClr val="ffffff"/>
        </a:solidFill>
      </p:bgPr>
    </p:bg>
    <p:spTree>
      <p:nvGrpSpPr>
        <p:cNvPr id="1" name=""/>
        <p:cNvGrpSpPr/>
        <p:nvPr/>
      </p:nvGrpSpPr>
      <p:grpSpPr>
        <a:xfrm>
          <a:off x="0" y="0"/>
          <a:ext cx="0" cy="0"/>
          <a:chOff x="0" y="0"/>
          <a:chExt cx="0" cy="0"/>
        </a:xfrm>
      </p:grpSpPr>
      <p:sp>
        <p:nvSpPr>
          <p:cNvPr id="37" name="PlaceHolder 1"/>
          <p:cNvSpPr>
            <a:spLocks noGrp="1"/>
          </p:cNvSpPr>
          <p:nvPr>
            <p:ph type="ftr" idx="11"/>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38" name="PlaceHolder 2"/>
          <p:cNvSpPr>
            <a:spLocks noGrp="1"/>
          </p:cNvSpPr>
          <p:nvPr>
            <p:ph type="sldNum" idx="12"/>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Calibri"/>
              </a:defRPr>
            </a:lvl1pPr>
          </a:lstStyle>
          <a:p>
            <a:pPr indent="0" algn="r" defTabSz="914400">
              <a:lnSpc>
                <a:spcPct val="100000"/>
              </a:lnSpc>
              <a:buNone/>
            </a:pPr>
            <a:fld id="{6D1B85B3-DB72-476C-9FFA-F67F7EE782BB}" type="slidenum">
              <a:rPr b="0" lang="en-US" sz="1200" strike="noStrike" u="none">
                <a:solidFill>
                  <a:schemeClr val="dk1">
                    <a:tint val="75000"/>
                  </a:schemeClr>
                </a:solidFill>
                <a:effectLst/>
                <a:uFillTx/>
                <a:latin typeface="Calibri"/>
              </a:rPr>
              <a:t>8</a:t>
            </a:fld>
            <a:endParaRPr b="0" lang="en-US" sz="1200" strike="noStrike" u="none">
              <a:solidFill>
                <a:srgbClr val="000000"/>
              </a:solidFill>
              <a:effectLst/>
              <a:uFillTx/>
              <a:latin typeface="Times New Roman"/>
            </a:endParaRPr>
          </a:p>
        </p:txBody>
      </p:sp>
      <p:pic>
        <p:nvPicPr>
          <p:cNvPr id="39" name="Picture 4" descr=""/>
          <p:cNvPicPr/>
          <p:nvPr/>
        </p:nvPicPr>
        <p:blipFill>
          <a:blip r:embed="rId2"/>
          <a:stretch/>
        </p:blipFill>
        <p:spPr>
          <a:xfrm>
            <a:off x="152280" y="5660640"/>
            <a:ext cx="1943280" cy="1295280"/>
          </a:xfrm>
          <a:prstGeom prst="rect">
            <a:avLst/>
          </a:prstGeom>
          <a:noFill/>
          <a:ln w="0">
            <a:noFill/>
          </a:ln>
        </p:spPr>
      </p:pic>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Large content with Caption">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2880"/>
            <a:ext cx="3007800" cy="1161720"/>
          </a:xfrm>
          <a:prstGeom prst="rect">
            <a:avLst/>
          </a:prstGeom>
          <a:noFill/>
          <a:ln w="0">
            <a:noFill/>
          </a:ln>
        </p:spPr>
        <p:txBody>
          <a:bodyPr lIns="91440" rIns="91440" tIns="45720" bIns="45720" anchor="b">
            <a:noAutofit/>
          </a:bodyPr>
          <a:p>
            <a:pPr indent="0" defTabSz="914400">
              <a:lnSpc>
                <a:spcPct val="100000"/>
              </a:lnSpc>
              <a:buNone/>
            </a:pPr>
            <a:r>
              <a:rPr b="1" lang="en-US" sz="2000" strike="noStrike" u="none">
                <a:solidFill>
                  <a:schemeClr val="dk1"/>
                </a:solidFill>
                <a:effectLst/>
                <a:uFillTx/>
                <a:latin typeface="Franklin Gothic Medium"/>
              </a:rPr>
              <a:t>Click to edit Master title style</a:t>
            </a:r>
            <a:endParaRPr b="0" lang="en-US" sz="2000" strike="noStrike" u="none">
              <a:solidFill>
                <a:schemeClr val="dk1"/>
              </a:solidFill>
              <a:effectLst/>
              <a:uFillTx/>
              <a:latin typeface="Calibri"/>
            </a:endParaRPr>
          </a:p>
        </p:txBody>
      </p:sp>
      <p:sp>
        <p:nvSpPr>
          <p:cNvPr id="41" name="PlaceHolder 2"/>
          <p:cNvSpPr>
            <a:spLocks noGrp="1"/>
          </p:cNvSpPr>
          <p:nvPr>
            <p:ph type="body"/>
          </p:nvPr>
        </p:nvSpPr>
        <p:spPr>
          <a:xfrm>
            <a:off x="3575160" y="272880"/>
            <a:ext cx="5111280" cy="5852880"/>
          </a:xfrm>
          <a:prstGeom prst="rect">
            <a:avLst/>
          </a:prstGeom>
          <a:noFill/>
          <a:ln w="0">
            <a:noFill/>
          </a:ln>
        </p:spPr>
        <p:txBody>
          <a:bodyPr lIns="91440" rIns="91440" tIns="45720" bIns="45720" anchor="t">
            <a:noAutofit/>
          </a:bodyPr>
          <a:p>
            <a:pPr marL="343080" indent="-343080" defTabSz="914400">
              <a:lnSpc>
                <a:spcPct val="100000"/>
              </a:lnSpc>
              <a:spcBef>
                <a:spcPts val="641"/>
              </a:spcBef>
              <a:buClr>
                <a:srgbClr val="063755"/>
              </a:buClr>
              <a:buFont typeface="Arial"/>
              <a:buChar char="•"/>
            </a:pPr>
            <a:r>
              <a:rPr b="0" lang="en-US" sz="3200" strike="noStrike" u="none">
                <a:solidFill>
                  <a:schemeClr val="dk1"/>
                </a:solidFill>
                <a:effectLst/>
                <a:uFillTx/>
                <a:latin typeface="Calibri"/>
              </a:rPr>
              <a:t>Click to edit Master text styles</a:t>
            </a:r>
            <a:endParaRPr b="0" lang="en-US" sz="3200" strike="noStrike" u="none">
              <a:solidFill>
                <a:schemeClr val="dk1"/>
              </a:solidFill>
              <a:effectLst/>
              <a:uFillTx/>
              <a:latin typeface="Calibri"/>
            </a:endParaRPr>
          </a:p>
          <a:p>
            <a:pPr lvl="1" marL="743040" indent="-285840" defTabSz="914400">
              <a:lnSpc>
                <a:spcPct val="100000"/>
              </a:lnSpc>
              <a:spcBef>
                <a:spcPts val="561"/>
              </a:spcBef>
              <a:buClr>
                <a:srgbClr val="063755"/>
              </a:buClr>
              <a:buFont typeface="Arial"/>
              <a:buChar char="–"/>
            </a:pPr>
            <a:r>
              <a:rPr b="0" lang="en-US" sz="2800" strike="noStrike" u="none">
                <a:solidFill>
                  <a:schemeClr val="dk1"/>
                </a:solidFill>
                <a:effectLst/>
                <a:uFillTx/>
                <a:latin typeface="Calibri"/>
              </a:rPr>
              <a:t>Second level</a:t>
            </a:r>
            <a:endParaRPr b="0" lang="en-US" sz="2800" strike="noStrike" u="none">
              <a:solidFill>
                <a:schemeClr val="dk1"/>
              </a:solidFill>
              <a:effectLst/>
              <a:uFillTx/>
              <a:latin typeface="Calibri"/>
            </a:endParaRPr>
          </a:p>
          <a:p>
            <a:pPr lvl="2" marL="1143000" indent="-228600" defTabSz="914400">
              <a:lnSpc>
                <a:spcPct val="100000"/>
              </a:lnSpc>
              <a:spcBef>
                <a:spcPts val="479"/>
              </a:spcBef>
              <a:buClr>
                <a:srgbClr val="063755"/>
              </a:buClr>
              <a:buFont typeface="Arial"/>
              <a:buChar char="•"/>
            </a:pPr>
            <a:r>
              <a:rPr b="0" lang="en-US" sz="2400" strike="noStrike" u="none">
                <a:solidFill>
                  <a:schemeClr val="dk1"/>
                </a:solidFill>
                <a:effectLst/>
                <a:uFillTx/>
                <a:latin typeface="Calibri"/>
              </a:rPr>
              <a:t>Third level</a:t>
            </a:r>
            <a:endParaRPr b="0" lang="en-US" sz="2400" strike="noStrike" u="none">
              <a:solidFill>
                <a:schemeClr val="dk1"/>
              </a:solidFill>
              <a:effectLst/>
              <a:uFillTx/>
              <a:latin typeface="Calibri"/>
            </a:endParaRPr>
          </a:p>
          <a:p>
            <a:pPr lvl="3" marL="1600200" indent="-228600" defTabSz="914400">
              <a:lnSpc>
                <a:spcPct val="100000"/>
              </a:lnSpc>
              <a:spcBef>
                <a:spcPts val="400"/>
              </a:spcBef>
              <a:buClr>
                <a:srgbClr val="063755"/>
              </a:buClr>
              <a:buFont typeface="Arial"/>
              <a:buChar char="–"/>
            </a:pPr>
            <a:r>
              <a:rPr b="0" lang="en-US" sz="2000" strike="noStrike" u="none">
                <a:solidFill>
                  <a:schemeClr val="dk1"/>
                </a:solidFill>
                <a:effectLst/>
                <a:uFillTx/>
                <a:latin typeface="Calibri"/>
              </a:rPr>
              <a:t>Fourth level</a:t>
            </a:r>
            <a:endParaRPr b="0" lang="en-US" sz="2000" strike="noStrike" u="none">
              <a:solidFill>
                <a:schemeClr val="dk1"/>
              </a:solidFill>
              <a:effectLst/>
              <a:uFillTx/>
              <a:latin typeface="Calibri"/>
            </a:endParaRPr>
          </a:p>
          <a:p>
            <a:pPr lvl="4" marL="2057400" indent="-228600" defTabSz="914400">
              <a:lnSpc>
                <a:spcPct val="100000"/>
              </a:lnSpc>
              <a:spcBef>
                <a:spcPts val="400"/>
              </a:spcBef>
              <a:buClr>
                <a:srgbClr val="063755"/>
              </a:buClr>
              <a:buFont typeface="Arial"/>
              <a:buChar char="»"/>
            </a:pPr>
            <a:r>
              <a:rPr b="0" lang="en-US" sz="2000" strike="noStrike" u="none">
                <a:solidFill>
                  <a:schemeClr val="dk1"/>
                </a:solidFill>
                <a:effectLst/>
                <a:uFillTx/>
                <a:latin typeface="Calibri"/>
              </a:rPr>
              <a:t>Fifth level</a:t>
            </a:r>
            <a:endParaRPr b="0" lang="en-US" sz="2000" strike="noStrike" u="none">
              <a:solidFill>
                <a:schemeClr val="dk1"/>
              </a:solidFill>
              <a:effectLst/>
              <a:uFillTx/>
              <a:latin typeface="Calibri"/>
            </a:endParaRPr>
          </a:p>
        </p:txBody>
      </p:sp>
      <p:sp>
        <p:nvSpPr>
          <p:cNvPr id="42" name="PlaceHolder 3"/>
          <p:cNvSpPr>
            <a:spLocks noGrp="1"/>
          </p:cNvSpPr>
          <p:nvPr>
            <p:ph type="body"/>
          </p:nvPr>
        </p:nvSpPr>
        <p:spPr>
          <a:xfrm>
            <a:off x="457200" y="1434960"/>
            <a:ext cx="3007800" cy="4690800"/>
          </a:xfrm>
          <a:prstGeom prst="rect">
            <a:avLst/>
          </a:prstGeom>
          <a:noFill/>
          <a:ln w="0">
            <a:noFill/>
          </a:ln>
        </p:spPr>
        <p:txBody>
          <a:bodyPr lIns="91440" rIns="91440" tIns="45720" bIns="45720" anchor="t">
            <a:noAutofit/>
          </a:bodyPr>
          <a:p>
            <a:pPr indent="0" defTabSz="914400">
              <a:lnSpc>
                <a:spcPct val="100000"/>
              </a:lnSpc>
              <a:spcBef>
                <a:spcPts val="281"/>
              </a:spcBef>
              <a:buNone/>
              <a:tabLst>
                <a:tab algn="l" pos="0"/>
              </a:tabLst>
            </a:pPr>
            <a:r>
              <a:rPr b="0" lang="en-US" sz="1400" strike="noStrike" u="none">
                <a:solidFill>
                  <a:schemeClr val="dk1"/>
                </a:solidFill>
                <a:effectLst/>
                <a:uFillTx/>
                <a:latin typeface="Calibri"/>
              </a:rPr>
              <a:t>Click to edit Master text styles</a:t>
            </a:r>
            <a:endParaRPr b="0" lang="en-US" sz="1400" strike="noStrike" u="none">
              <a:solidFill>
                <a:schemeClr val="dk1"/>
              </a:solidFill>
              <a:effectLst/>
              <a:uFillTx/>
              <a:latin typeface="Calibri"/>
            </a:endParaRPr>
          </a:p>
        </p:txBody>
      </p:sp>
      <p:sp>
        <p:nvSpPr>
          <p:cNvPr id="43" name="PlaceHolder 4"/>
          <p:cNvSpPr>
            <a:spLocks noGrp="1"/>
          </p:cNvSpPr>
          <p:nvPr>
            <p:ph type="ftr" idx="13"/>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44" name="PlaceHolder 5"/>
          <p:cNvSpPr>
            <a:spLocks noGrp="1"/>
          </p:cNvSpPr>
          <p:nvPr>
            <p:ph type="sldNum" idx="14"/>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Calibri"/>
              </a:defRPr>
            </a:lvl1pPr>
          </a:lstStyle>
          <a:p>
            <a:pPr indent="0" algn="r" defTabSz="914400">
              <a:lnSpc>
                <a:spcPct val="100000"/>
              </a:lnSpc>
              <a:buNone/>
            </a:pPr>
            <a:fld id="{C881C6C2-2335-4F21-9445-F6CC1F7275A0}" type="slidenum">
              <a:rPr b="0" lang="en-US" sz="1200" strike="noStrike" u="none">
                <a:solidFill>
                  <a:schemeClr val="dk1">
                    <a:tint val="75000"/>
                  </a:schemeClr>
                </a:solidFill>
                <a:effectLst/>
                <a:uFillTx/>
                <a:latin typeface="Calibri"/>
              </a:rPr>
              <a:t>8</a:t>
            </a:fld>
            <a:endParaRPr b="0" lang="en-US" sz="1200" strike="noStrike" u="none">
              <a:solidFill>
                <a:srgbClr val="000000"/>
              </a:solidFill>
              <a:effectLst/>
              <a:uFillTx/>
              <a:latin typeface="Times New Roman"/>
            </a:endParaRPr>
          </a:p>
        </p:txBody>
      </p:sp>
      <p:pic>
        <p:nvPicPr>
          <p:cNvPr id="45" name="Picture 7" descr=""/>
          <p:cNvPicPr/>
          <p:nvPr/>
        </p:nvPicPr>
        <p:blipFill>
          <a:blip r:embed="rId2"/>
          <a:stretch/>
        </p:blipFill>
        <p:spPr>
          <a:xfrm>
            <a:off x="152280" y="5660640"/>
            <a:ext cx="1943280" cy="1295280"/>
          </a:xfrm>
          <a:prstGeom prst="rect">
            <a:avLst/>
          </a:prstGeom>
          <a:noFill/>
          <a:ln w="0">
            <a:noFill/>
          </a:ln>
        </p:spPr>
      </p:pic>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ultiple pictures with captions">
    <p:bg>
      <p:bgPr>
        <a:solidFill>
          <a:srgbClr val="ffffff"/>
        </a:solidFill>
      </p:bgPr>
    </p:bg>
    <p:spTree>
      <p:nvGrpSpPr>
        <p:cNvPr id="1" name=""/>
        <p:cNvGrpSpPr/>
        <p:nvPr/>
      </p:nvGrpSpPr>
      <p:grpSpPr>
        <a:xfrm>
          <a:off x="0" y="0"/>
          <a:ext cx="0" cy="0"/>
          <a:chOff x="0" y="0"/>
          <a:chExt cx="0" cy="0"/>
        </a:xfrm>
      </p:grpSpPr>
      <p:sp>
        <p:nvSpPr>
          <p:cNvPr id="46" name="PlaceHolder 1"/>
          <p:cNvSpPr>
            <a:spLocks noGrp="1"/>
          </p:cNvSpPr>
          <p:nvPr>
            <p:ph type="body"/>
          </p:nvPr>
        </p:nvSpPr>
        <p:spPr>
          <a:xfrm>
            <a:off x="442440" y="1676520"/>
            <a:ext cx="2681640" cy="281592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chemeClr val="dk1"/>
              </a:solidFill>
              <a:effectLst/>
              <a:uFillTx/>
              <a:latin typeface="Calibri"/>
            </a:endParaRPr>
          </a:p>
          <a:p>
            <a:pPr lvl="1" marL="864000" indent="-324000">
              <a:spcBef>
                <a:spcPts val="1134"/>
              </a:spcBef>
              <a:buClr>
                <a:srgbClr val="000000"/>
              </a:buClr>
              <a:buSzPct val="75000"/>
              <a:buFont typeface="Symbol" charset="2"/>
              <a:buChar char=""/>
            </a:pPr>
            <a:r>
              <a:rPr b="0" lang="en-US" sz="3200" strike="noStrike" u="none">
                <a:solidFill>
                  <a:schemeClr val="dk1"/>
                </a:solidFill>
                <a:effectLst/>
                <a:uFillTx/>
                <a:latin typeface="Calibri"/>
              </a:rPr>
              <a:t>Second Outline Level</a:t>
            </a:r>
            <a:endParaRPr b="0" lang="en-US" sz="3200" strike="noStrike" u="none">
              <a:solidFill>
                <a:schemeClr val="dk1"/>
              </a:solidFill>
              <a:effectLst/>
              <a:uFillTx/>
              <a:latin typeface="Calibri"/>
            </a:endParaRPr>
          </a:p>
          <a:p>
            <a:pPr lvl="2" marL="1296000" indent="-288000">
              <a:spcBef>
                <a:spcPts val="850"/>
              </a:spcBef>
              <a:buClr>
                <a:srgbClr val="000000"/>
              </a:buClr>
              <a:buSzPct val="45000"/>
              <a:buFont typeface="Wingdings" charset="2"/>
              <a:buChar char=""/>
            </a:pPr>
            <a:r>
              <a:rPr b="0" lang="en-US" sz="3200" strike="noStrike" u="none">
                <a:solidFill>
                  <a:schemeClr val="dk1"/>
                </a:solidFill>
                <a:effectLst/>
                <a:uFillTx/>
                <a:latin typeface="Calibri"/>
              </a:rPr>
              <a:t>Third Outline Level</a:t>
            </a:r>
            <a:endParaRPr b="0" lang="en-US" sz="3200" strike="noStrike" u="none">
              <a:solidFill>
                <a:schemeClr val="dk1"/>
              </a:solidFill>
              <a:effectLst/>
              <a:uFillTx/>
              <a:latin typeface="Calibri"/>
            </a:endParaRPr>
          </a:p>
          <a:p>
            <a:pPr lvl="3" marL="1728000" indent="-216000">
              <a:spcBef>
                <a:spcPts val="567"/>
              </a:spcBef>
              <a:buClr>
                <a:srgbClr val="000000"/>
              </a:buClr>
              <a:buSzPct val="75000"/>
              <a:buFont typeface="Symbol" charset="2"/>
              <a:buChar char=""/>
            </a:pPr>
            <a:r>
              <a:rPr b="0" lang="en-US" sz="3200" strike="noStrike" u="none">
                <a:solidFill>
                  <a:schemeClr val="dk1"/>
                </a:solidFill>
                <a:effectLst/>
                <a:uFillTx/>
                <a:latin typeface="Calibri"/>
              </a:rPr>
              <a:t>Fourth Outline Level</a:t>
            </a:r>
            <a:endParaRPr b="0" lang="en-US" sz="3200" strike="noStrike" u="none">
              <a:solidFill>
                <a:schemeClr val="dk1"/>
              </a:solidFill>
              <a:effectLst/>
              <a:uFillTx/>
              <a:latin typeface="Calibri"/>
            </a:endParaRPr>
          </a:p>
          <a:p>
            <a:pPr lvl="4" marL="2160000" indent="-216000">
              <a:spcBef>
                <a:spcPts val="283"/>
              </a:spcBef>
              <a:buClr>
                <a:srgbClr val="000000"/>
              </a:buClr>
              <a:buSzPct val="45000"/>
              <a:buFont typeface="Wingdings" charset="2"/>
              <a:buChar char=""/>
            </a:pPr>
            <a:r>
              <a:rPr b="0" lang="en-US" sz="3200" strike="noStrike" u="none">
                <a:solidFill>
                  <a:schemeClr val="dk1"/>
                </a:solidFill>
                <a:effectLst/>
                <a:uFillTx/>
                <a:latin typeface="Calibri"/>
              </a:rPr>
              <a:t>Fifth Outline Level</a:t>
            </a:r>
            <a:endParaRPr b="0" lang="en-US" sz="3200" strike="noStrike" u="none">
              <a:solidFill>
                <a:schemeClr val="dk1"/>
              </a:solidFill>
              <a:effectLst/>
              <a:uFillTx/>
              <a:latin typeface="Calibri"/>
            </a:endParaRPr>
          </a:p>
          <a:p>
            <a:pPr lvl="5" marL="2592000" indent="-216000">
              <a:spcBef>
                <a:spcPts val="283"/>
              </a:spcBef>
              <a:buClr>
                <a:srgbClr val="000000"/>
              </a:buClr>
              <a:buSzPct val="45000"/>
              <a:buFont typeface="Wingdings" charset="2"/>
              <a:buChar char=""/>
            </a:pPr>
            <a:r>
              <a:rPr b="0" lang="en-US" sz="3200" strike="noStrike" u="none">
                <a:solidFill>
                  <a:schemeClr val="dk1"/>
                </a:solidFill>
                <a:effectLst/>
                <a:uFillTx/>
                <a:latin typeface="Calibri"/>
              </a:rPr>
              <a:t>Sixth Outline Level</a:t>
            </a:r>
            <a:endParaRPr b="0" lang="en-US" sz="3200" strike="noStrike" u="none">
              <a:solidFill>
                <a:schemeClr val="dk1"/>
              </a:solidFill>
              <a:effectLst/>
              <a:uFillTx/>
              <a:latin typeface="Calibri"/>
            </a:endParaRPr>
          </a:p>
          <a:p>
            <a:pPr lvl="6" marL="3024000" indent="-216000">
              <a:spcBef>
                <a:spcPts val="283"/>
              </a:spcBef>
              <a:buClr>
                <a:srgbClr val="000000"/>
              </a:buClr>
              <a:buSzPct val="45000"/>
              <a:buFont typeface="Wingdings" charset="2"/>
              <a:buChar char=""/>
            </a:pPr>
            <a:r>
              <a:rPr b="0" lang="en-US" sz="3200" strike="noStrike" u="none">
                <a:solidFill>
                  <a:schemeClr val="dk1"/>
                </a:solidFill>
                <a:effectLst/>
                <a:uFillTx/>
                <a:latin typeface="Calibri"/>
              </a:rPr>
              <a:t>Seventh Outline Level</a:t>
            </a:r>
            <a:endParaRPr b="0" lang="en-US" sz="3200" strike="noStrike" u="none">
              <a:solidFill>
                <a:schemeClr val="dk1"/>
              </a:solidFill>
              <a:effectLst/>
              <a:uFillTx/>
              <a:latin typeface="Calibri"/>
            </a:endParaRPr>
          </a:p>
        </p:txBody>
      </p:sp>
      <p:sp>
        <p:nvSpPr>
          <p:cNvPr id="47" name="PlaceHolder 2"/>
          <p:cNvSpPr>
            <a:spLocks noGrp="1"/>
          </p:cNvSpPr>
          <p:nvPr>
            <p:ph type="body"/>
          </p:nvPr>
        </p:nvSpPr>
        <p:spPr>
          <a:xfrm>
            <a:off x="442440" y="5214960"/>
            <a:ext cx="2646360" cy="804600"/>
          </a:xfrm>
          <a:prstGeom prst="rect">
            <a:avLst/>
          </a:prstGeom>
          <a:noFill/>
          <a:ln w="0">
            <a:noFill/>
          </a:ln>
        </p:spPr>
        <p:txBody>
          <a:bodyPr lIns="91440" rIns="91440" tIns="45720" bIns="45720" anchor="t">
            <a:noAutofit/>
          </a:bodyPr>
          <a:p>
            <a:pPr indent="0" defTabSz="914400">
              <a:lnSpc>
                <a:spcPct val="100000"/>
              </a:lnSpc>
              <a:spcBef>
                <a:spcPts val="281"/>
              </a:spcBef>
              <a:buNone/>
              <a:tabLst>
                <a:tab algn="l" pos="0"/>
              </a:tabLst>
            </a:pPr>
            <a:r>
              <a:rPr b="0" lang="en-US" sz="1400" strike="noStrike" u="none">
                <a:solidFill>
                  <a:schemeClr val="dk1"/>
                </a:solidFill>
                <a:effectLst/>
                <a:uFillTx/>
                <a:latin typeface="Calibri"/>
              </a:rPr>
              <a:t>Click to edit Master text styles</a:t>
            </a:r>
            <a:endParaRPr b="0" lang="en-US" sz="1400" strike="noStrike" u="none">
              <a:solidFill>
                <a:schemeClr val="dk1"/>
              </a:solidFill>
              <a:effectLst/>
              <a:uFillTx/>
              <a:latin typeface="Calibri"/>
            </a:endParaRPr>
          </a:p>
        </p:txBody>
      </p:sp>
      <p:sp>
        <p:nvSpPr>
          <p:cNvPr id="48" name="PlaceHolder 3"/>
          <p:cNvSpPr>
            <a:spLocks noGrp="1"/>
          </p:cNvSpPr>
          <p:nvPr>
            <p:ph type="ftr" idx="15"/>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49" name="PlaceHolder 4"/>
          <p:cNvSpPr>
            <a:spLocks noGrp="1"/>
          </p:cNvSpPr>
          <p:nvPr>
            <p:ph type="sldNum" idx="16"/>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Calibri"/>
              </a:defRPr>
            </a:lvl1pPr>
          </a:lstStyle>
          <a:p>
            <a:pPr indent="0" algn="r" defTabSz="914400">
              <a:lnSpc>
                <a:spcPct val="100000"/>
              </a:lnSpc>
              <a:buNone/>
            </a:pPr>
            <a:fld id="{C0FD86A8-60C1-41D3-910D-ED669FAB64A8}" type="slidenum">
              <a:rPr b="0" lang="en-US" sz="1200" strike="noStrike" u="none">
                <a:solidFill>
                  <a:schemeClr val="dk1">
                    <a:tint val="75000"/>
                  </a:schemeClr>
                </a:solidFill>
                <a:effectLst/>
                <a:uFillTx/>
                <a:latin typeface="Calibri"/>
              </a:rPr>
              <a:t>8</a:t>
            </a:fld>
            <a:endParaRPr b="0" lang="en-US" sz="1200" strike="noStrike" u="none">
              <a:solidFill>
                <a:srgbClr val="000000"/>
              </a:solidFill>
              <a:effectLst/>
              <a:uFillTx/>
              <a:latin typeface="Times New Roman"/>
            </a:endParaRPr>
          </a:p>
        </p:txBody>
      </p:sp>
      <p:sp>
        <p:nvSpPr>
          <p:cNvPr id="50" name="PlaceHolder 5"/>
          <p:cNvSpPr>
            <a:spLocks noGrp="1"/>
          </p:cNvSpPr>
          <p:nvPr>
            <p:ph type="body"/>
          </p:nvPr>
        </p:nvSpPr>
        <p:spPr>
          <a:xfrm>
            <a:off x="3337920" y="1676520"/>
            <a:ext cx="2529000" cy="281592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chemeClr val="dk1"/>
              </a:solidFill>
              <a:effectLst/>
              <a:uFillTx/>
              <a:latin typeface="Calibri"/>
            </a:endParaRPr>
          </a:p>
          <a:p>
            <a:pPr lvl="1" marL="864000" indent="-324000">
              <a:spcBef>
                <a:spcPts val="1134"/>
              </a:spcBef>
              <a:buClr>
                <a:srgbClr val="000000"/>
              </a:buClr>
              <a:buSzPct val="75000"/>
              <a:buFont typeface="Symbol" charset="2"/>
              <a:buChar char=""/>
            </a:pPr>
            <a:r>
              <a:rPr b="0" lang="en-US" sz="3200" strike="noStrike" u="none">
                <a:solidFill>
                  <a:schemeClr val="dk1"/>
                </a:solidFill>
                <a:effectLst/>
                <a:uFillTx/>
                <a:latin typeface="Calibri"/>
              </a:rPr>
              <a:t>Second Outline Level</a:t>
            </a:r>
            <a:endParaRPr b="0" lang="en-US" sz="3200" strike="noStrike" u="none">
              <a:solidFill>
                <a:schemeClr val="dk1"/>
              </a:solidFill>
              <a:effectLst/>
              <a:uFillTx/>
              <a:latin typeface="Calibri"/>
            </a:endParaRPr>
          </a:p>
          <a:p>
            <a:pPr lvl="2" marL="1296000" indent="-288000">
              <a:spcBef>
                <a:spcPts val="850"/>
              </a:spcBef>
              <a:buClr>
                <a:srgbClr val="000000"/>
              </a:buClr>
              <a:buSzPct val="45000"/>
              <a:buFont typeface="Wingdings" charset="2"/>
              <a:buChar char=""/>
            </a:pPr>
            <a:r>
              <a:rPr b="0" lang="en-US" sz="3200" strike="noStrike" u="none">
                <a:solidFill>
                  <a:schemeClr val="dk1"/>
                </a:solidFill>
                <a:effectLst/>
                <a:uFillTx/>
                <a:latin typeface="Calibri"/>
              </a:rPr>
              <a:t>Third Outline Level</a:t>
            </a:r>
            <a:endParaRPr b="0" lang="en-US" sz="3200" strike="noStrike" u="none">
              <a:solidFill>
                <a:schemeClr val="dk1"/>
              </a:solidFill>
              <a:effectLst/>
              <a:uFillTx/>
              <a:latin typeface="Calibri"/>
            </a:endParaRPr>
          </a:p>
          <a:p>
            <a:pPr lvl="3" marL="1728000" indent="-216000">
              <a:spcBef>
                <a:spcPts val="567"/>
              </a:spcBef>
              <a:buClr>
                <a:srgbClr val="000000"/>
              </a:buClr>
              <a:buSzPct val="75000"/>
              <a:buFont typeface="Symbol" charset="2"/>
              <a:buChar char=""/>
            </a:pPr>
            <a:r>
              <a:rPr b="0" lang="en-US" sz="3200" strike="noStrike" u="none">
                <a:solidFill>
                  <a:schemeClr val="dk1"/>
                </a:solidFill>
                <a:effectLst/>
                <a:uFillTx/>
                <a:latin typeface="Calibri"/>
              </a:rPr>
              <a:t>Fourth Outline Level</a:t>
            </a:r>
            <a:endParaRPr b="0" lang="en-US" sz="3200" strike="noStrike" u="none">
              <a:solidFill>
                <a:schemeClr val="dk1"/>
              </a:solidFill>
              <a:effectLst/>
              <a:uFillTx/>
              <a:latin typeface="Calibri"/>
            </a:endParaRPr>
          </a:p>
          <a:p>
            <a:pPr lvl="4" marL="2160000" indent="-216000">
              <a:spcBef>
                <a:spcPts val="283"/>
              </a:spcBef>
              <a:buClr>
                <a:srgbClr val="000000"/>
              </a:buClr>
              <a:buSzPct val="45000"/>
              <a:buFont typeface="Wingdings" charset="2"/>
              <a:buChar char=""/>
            </a:pPr>
            <a:r>
              <a:rPr b="0" lang="en-US" sz="3200" strike="noStrike" u="none">
                <a:solidFill>
                  <a:schemeClr val="dk1"/>
                </a:solidFill>
                <a:effectLst/>
                <a:uFillTx/>
                <a:latin typeface="Calibri"/>
              </a:rPr>
              <a:t>Fifth Outline Level</a:t>
            </a:r>
            <a:endParaRPr b="0" lang="en-US" sz="3200" strike="noStrike" u="none">
              <a:solidFill>
                <a:schemeClr val="dk1"/>
              </a:solidFill>
              <a:effectLst/>
              <a:uFillTx/>
              <a:latin typeface="Calibri"/>
            </a:endParaRPr>
          </a:p>
          <a:p>
            <a:pPr lvl="5" marL="2592000" indent="-216000">
              <a:spcBef>
                <a:spcPts val="283"/>
              </a:spcBef>
              <a:buClr>
                <a:srgbClr val="000000"/>
              </a:buClr>
              <a:buSzPct val="45000"/>
              <a:buFont typeface="Wingdings" charset="2"/>
              <a:buChar char=""/>
            </a:pPr>
            <a:r>
              <a:rPr b="0" lang="en-US" sz="3200" strike="noStrike" u="none">
                <a:solidFill>
                  <a:schemeClr val="dk1"/>
                </a:solidFill>
                <a:effectLst/>
                <a:uFillTx/>
                <a:latin typeface="Calibri"/>
              </a:rPr>
              <a:t>Sixth Outline Level</a:t>
            </a:r>
            <a:endParaRPr b="0" lang="en-US" sz="3200" strike="noStrike" u="none">
              <a:solidFill>
                <a:schemeClr val="dk1"/>
              </a:solidFill>
              <a:effectLst/>
              <a:uFillTx/>
              <a:latin typeface="Calibri"/>
            </a:endParaRPr>
          </a:p>
          <a:p>
            <a:pPr lvl="6" marL="3024000" indent="-216000">
              <a:spcBef>
                <a:spcPts val="283"/>
              </a:spcBef>
              <a:buClr>
                <a:srgbClr val="000000"/>
              </a:buClr>
              <a:buSzPct val="45000"/>
              <a:buFont typeface="Wingdings" charset="2"/>
              <a:buChar char=""/>
            </a:pPr>
            <a:r>
              <a:rPr b="0" lang="en-US" sz="3200" strike="noStrike" u="none">
                <a:solidFill>
                  <a:schemeClr val="dk1"/>
                </a:solidFill>
                <a:effectLst/>
                <a:uFillTx/>
                <a:latin typeface="Calibri"/>
              </a:rPr>
              <a:t>Seventh Outline Level</a:t>
            </a:r>
            <a:endParaRPr b="0" lang="en-US" sz="3200" strike="noStrike" u="none">
              <a:solidFill>
                <a:schemeClr val="dk1"/>
              </a:solidFill>
              <a:effectLst/>
              <a:uFillTx/>
              <a:latin typeface="Calibri"/>
            </a:endParaRPr>
          </a:p>
        </p:txBody>
      </p:sp>
      <p:sp>
        <p:nvSpPr>
          <p:cNvPr id="51" name="PlaceHolder 6"/>
          <p:cNvSpPr>
            <a:spLocks noGrp="1"/>
          </p:cNvSpPr>
          <p:nvPr>
            <p:ph type="body"/>
          </p:nvPr>
        </p:nvSpPr>
        <p:spPr>
          <a:xfrm>
            <a:off x="6095880" y="1676520"/>
            <a:ext cx="2590560" cy="281592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chemeClr val="dk1"/>
              </a:solidFill>
              <a:effectLst/>
              <a:uFillTx/>
              <a:latin typeface="Calibri"/>
            </a:endParaRPr>
          </a:p>
          <a:p>
            <a:pPr lvl="1" marL="864000" indent="-324000">
              <a:spcBef>
                <a:spcPts val="1134"/>
              </a:spcBef>
              <a:buClr>
                <a:srgbClr val="000000"/>
              </a:buClr>
              <a:buSzPct val="75000"/>
              <a:buFont typeface="Symbol" charset="2"/>
              <a:buChar char=""/>
            </a:pPr>
            <a:r>
              <a:rPr b="0" lang="en-US" sz="3200" strike="noStrike" u="none">
                <a:solidFill>
                  <a:schemeClr val="dk1"/>
                </a:solidFill>
                <a:effectLst/>
                <a:uFillTx/>
                <a:latin typeface="Calibri"/>
              </a:rPr>
              <a:t>Second Outline Level</a:t>
            </a:r>
            <a:endParaRPr b="0" lang="en-US" sz="3200" strike="noStrike" u="none">
              <a:solidFill>
                <a:schemeClr val="dk1"/>
              </a:solidFill>
              <a:effectLst/>
              <a:uFillTx/>
              <a:latin typeface="Calibri"/>
            </a:endParaRPr>
          </a:p>
          <a:p>
            <a:pPr lvl="2" marL="1296000" indent="-288000">
              <a:spcBef>
                <a:spcPts val="850"/>
              </a:spcBef>
              <a:buClr>
                <a:srgbClr val="000000"/>
              </a:buClr>
              <a:buSzPct val="45000"/>
              <a:buFont typeface="Wingdings" charset="2"/>
              <a:buChar char=""/>
            </a:pPr>
            <a:r>
              <a:rPr b="0" lang="en-US" sz="3200" strike="noStrike" u="none">
                <a:solidFill>
                  <a:schemeClr val="dk1"/>
                </a:solidFill>
                <a:effectLst/>
                <a:uFillTx/>
                <a:latin typeface="Calibri"/>
              </a:rPr>
              <a:t>Third Outline Level</a:t>
            </a:r>
            <a:endParaRPr b="0" lang="en-US" sz="3200" strike="noStrike" u="none">
              <a:solidFill>
                <a:schemeClr val="dk1"/>
              </a:solidFill>
              <a:effectLst/>
              <a:uFillTx/>
              <a:latin typeface="Calibri"/>
            </a:endParaRPr>
          </a:p>
          <a:p>
            <a:pPr lvl="3" marL="1728000" indent="-216000">
              <a:spcBef>
                <a:spcPts val="567"/>
              </a:spcBef>
              <a:buClr>
                <a:srgbClr val="000000"/>
              </a:buClr>
              <a:buSzPct val="75000"/>
              <a:buFont typeface="Symbol" charset="2"/>
              <a:buChar char=""/>
            </a:pPr>
            <a:r>
              <a:rPr b="0" lang="en-US" sz="3200" strike="noStrike" u="none">
                <a:solidFill>
                  <a:schemeClr val="dk1"/>
                </a:solidFill>
                <a:effectLst/>
                <a:uFillTx/>
                <a:latin typeface="Calibri"/>
              </a:rPr>
              <a:t>Fourth Outline Level</a:t>
            </a:r>
            <a:endParaRPr b="0" lang="en-US" sz="3200" strike="noStrike" u="none">
              <a:solidFill>
                <a:schemeClr val="dk1"/>
              </a:solidFill>
              <a:effectLst/>
              <a:uFillTx/>
              <a:latin typeface="Calibri"/>
            </a:endParaRPr>
          </a:p>
          <a:p>
            <a:pPr lvl="4" marL="2160000" indent="-216000">
              <a:spcBef>
                <a:spcPts val="283"/>
              </a:spcBef>
              <a:buClr>
                <a:srgbClr val="000000"/>
              </a:buClr>
              <a:buSzPct val="45000"/>
              <a:buFont typeface="Wingdings" charset="2"/>
              <a:buChar char=""/>
            </a:pPr>
            <a:r>
              <a:rPr b="0" lang="en-US" sz="3200" strike="noStrike" u="none">
                <a:solidFill>
                  <a:schemeClr val="dk1"/>
                </a:solidFill>
                <a:effectLst/>
                <a:uFillTx/>
                <a:latin typeface="Calibri"/>
              </a:rPr>
              <a:t>Fifth Outline Level</a:t>
            </a:r>
            <a:endParaRPr b="0" lang="en-US" sz="3200" strike="noStrike" u="none">
              <a:solidFill>
                <a:schemeClr val="dk1"/>
              </a:solidFill>
              <a:effectLst/>
              <a:uFillTx/>
              <a:latin typeface="Calibri"/>
            </a:endParaRPr>
          </a:p>
          <a:p>
            <a:pPr lvl="5" marL="2592000" indent="-216000">
              <a:spcBef>
                <a:spcPts val="283"/>
              </a:spcBef>
              <a:buClr>
                <a:srgbClr val="000000"/>
              </a:buClr>
              <a:buSzPct val="45000"/>
              <a:buFont typeface="Wingdings" charset="2"/>
              <a:buChar char=""/>
            </a:pPr>
            <a:r>
              <a:rPr b="0" lang="en-US" sz="3200" strike="noStrike" u="none">
                <a:solidFill>
                  <a:schemeClr val="dk1"/>
                </a:solidFill>
                <a:effectLst/>
                <a:uFillTx/>
                <a:latin typeface="Calibri"/>
              </a:rPr>
              <a:t>Sixth Outline Level</a:t>
            </a:r>
            <a:endParaRPr b="0" lang="en-US" sz="3200" strike="noStrike" u="none">
              <a:solidFill>
                <a:schemeClr val="dk1"/>
              </a:solidFill>
              <a:effectLst/>
              <a:uFillTx/>
              <a:latin typeface="Calibri"/>
            </a:endParaRPr>
          </a:p>
          <a:p>
            <a:pPr lvl="6" marL="3024000" indent="-216000">
              <a:spcBef>
                <a:spcPts val="283"/>
              </a:spcBef>
              <a:buClr>
                <a:srgbClr val="000000"/>
              </a:buClr>
              <a:buSzPct val="45000"/>
              <a:buFont typeface="Wingdings" charset="2"/>
              <a:buChar char=""/>
            </a:pPr>
            <a:r>
              <a:rPr b="0" lang="en-US" sz="3200" strike="noStrike" u="none">
                <a:solidFill>
                  <a:schemeClr val="dk1"/>
                </a:solidFill>
                <a:effectLst/>
                <a:uFillTx/>
                <a:latin typeface="Calibri"/>
              </a:rPr>
              <a:t>Seventh Outline Level</a:t>
            </a:r>
            <a:endParaRPr b="0" lang="en-US" sz="3200" strike="noStrike" u="none">
              <a:solidFill>
                <a:schemeClr val="dk1"/>
              </a:solidFill>
              <a:effectLst/>
              <a:uFillTx/>
              <a:latin typeface="Calibri"/>
            </a:endParaRPr>
          </a:p>
        </p:txBody>
      </p:sp>
      <p:sp>
        <p:nvSpPr>
          <p:cNvPr id="52" name="PlaceHolder 7"/>
          <p:cNvSpPr>
            <a:spLocks noGrp="1"/>
          </p:cNvSpPr>
          <p:nvPr>
            <p:ph type="body"/>
          </p:nvPr>
        </p:nvSpPr>
        <p:spPr>
          <a:xfrm>
            <a:off x="3307320" y="5181480"/>
            <a:ext cx="2529000" cy="804600"/>
          </a:xfrm>
          <a:prstGeom prst="rect">
            <a:avLst/>
          </a:prstGeom>
          <a:noFill/>
          <a:ln w="0">
            <a:noFill/>
          </a:ln>
        </p:spPr>
        <p:txBody>
          <a:bodyPr lIns="91440" rIns="91440" tIns="45720" bIns="45720" anchor="t">
            <a:noAutofit/>
          </a:bodyPr>
          <a:p>
            <a:pPr indent="0" defTabSz="914400">
              <a:lnSpc>
                <a:spcPct val="100000"/>
              </a:lnSpc>
              <a:spcBef>
                <a:spcPts val="281"/>
              </a:spcBef>
              <a:buNone/>
              <a:tabLst>
                <a:tab algn="l" pos="0"/>
              </a:tabLst>
            </a:pPr>
            <a:r>
              <a:rPr b="0" lang="en-US" sz="1400" strike="noStrike" u="none">
                <a:solidFill>
                  <a:schemeClr val="dk1"/>
                </a:solidFill>
                <a:effectLst/>
                <a:uFillTx/>
                <a:latin typeface="Calibri"/>
              </a:rPr>
              <a:t>Click to edit Master text styles</a:t>
            </a:r>
            <a:endParaRPr b="0" lang="en-US" sz="1400" strike="noStrike" u="none">
              <a:solidFill>
                <a:schemeClr val="dk1"/>
              </a:solidFill>
              <a:effectLst/>
              <a:uFillTx/>
              <a:latin typeface="Calibri"/>
            </a:endParaRPr>
          </a:p>
        </p:txBody>
      </p:sp>
      <p:sp>
        <p:nvSpPr>
          <p:cNvPr id="53" name="PlaceHolder 8"/>
          <p:cNvSpPr>
            <a:spLocks noGrp="1"/>
          </p:cNvSpPr>
          <p:nvPr>
            <p:ph type="body"/>
          </p:nvPr>
        </p:nvSpPr>
        <p:spPr>
          <a:xfrm>
            <a:off x="6082920" y="5181480"/>
            <a:ext cx="2556360" cy="804600"/>
          </a:xfrm>
          <a:prstGeom prst="rect">
            <a:avLst/>
          </a:prstGeom>
          <a:noFill/>
          <a:ln w="0">
            <a:noFill/>
          </a:ln>
        </p:spPr>
        <p:txBody>
          <a:bodyPr lIns="91440" rIns="91440" tIns="45720" bIns="45720" anchor="t">
            <a:noAutofit/>
          </a:bodyPr>
          <a:p>
            <a:pPr indent="0" defTabSz="914400">
              <a:lnSpc>
                <a:spcPct val="100000"/>
              </a:lnSpc>
              <a:spcBef>
                <a:spcPts val="281"/>
              </a:spcBef>
              <a:buNone/>
              <a:tabLst>
                <a:tab algn="l" pos="0"/>
              </a:tabLst>
            </a:pPr>
            <a:r>
              <a:rPr b="0" lang="en-US" sz="1400" strike="noStrike" u="none">
                <a:solidFill>
                  <a:schemeClr val="dk1"/>
                </a:solidFill>
                <a:effectLst/>
                <a:uFillTx/>
                <a:latin typeface="Calibri"/>
              </a:rPr>
              <a:t>Click to edit Master text styles</a:t>
            </a:r>
            <a:endParaRPr b="0" lang="en-US" sz="1400" strike="noStrike" u="none">
              <a:solidFill>
                <a:schemeClr val="dk1"/>
              </a:solidFill>
              <a:effectLst/>
              <a:uFillTx/>
              <a:latin typeface="Calibri"/>
            </a:endParaRPr>
          </a:p>
        </p:txBody>
      </p:sp>
      <p:cxnSp>
        <p:nvCxnSpPr>
          <p:cNvPr id="54" name="Straight Connector 15"/>
          <p:cNvCxnSpPr/>
          <p:nvPr/>
        </p:nvCxnSpPr>
        <p:spPr>
          <a:xfrm>
            <a:off x="457200" y="1523880"/>
            <a:ext cx="8229960" cy="360"/>
          </a:xfrm>
          <a:prstGeom prst="straightConnector1">
            <a:avLst/>
          </a:prstGeom>
          <a:ln w="28575">
            <a:solidFill>
              <a:srgbClr val="f6ba16"/>
            </a:solidFill>
            <a:round/>
          </a:ln>
        </p:spPr>
      </p:cxnSp>
      <p:sp>
        <p:nvSpPr>
          <p:cNvPr id="55" name="PlaceHolder 9"/>
          <p:cNvSpPr>
            <a:spLocks noGrp="1"/>
          </p:cNvSpPr>
          <p:nvPr>
            <p:ph type="body"/>
          </p:nvPr>
        </p:nvSpPr>
        <p:spPr>
          <a:xfrm>
            <a:off x="3352680" y="4648320"/>
            <a:ext cx="2514240" cy="533160"/>
          </a:xfrm>
          <a:prstGeom prst="rect">
            <a:avLst/>
          </a:prstGeom>
          <a:noFill/>
          <a:ln w="0">
            <a:noFill/>
          </a:ln>
        </p:spPr>
        <p:txBody>
          <a:bodyPr lIns="91440" rIns="91440" tIns="45720" bIns="45720" anchor="t">
            <a:normAutofit fontScale="85000" lnSpcReduction="19999"/>
          </a:bodyPr>
          <a:p>
            <a:pPr indent="0" defTabSz="914400">
              <a:lnSpc>
                <a:spcPct val="100000"/>
              </a:lnSpc>
              <a:spcBef>
                <a:spcPts val="400"/>
              </a:spcBef>
              <a:buNone/>
              <a:tabLst>
                <a:tab algn="l" pos="0"/>
              </a:tabLst>
            </a:pPr>
            <a:r>
              <a:rPr b="0" lang="en-US" sz="2000" strike="noStrike" u="none">
                <a:solidFill>
                  <a:schemeClr val="dk1"/>
                </a:solidFill>
                <a:effectLst/>
                <a:uFillTx/>
                <a:latin typeface="Franklin Gothic Medium"/>
              </a:rPr>
              <a:t>Click to edit Master text styles</a:t>
            </a:r>
            <a:endParaRPr b="0" lang="en-US" sz="2000" strike="noStrike" u="none">
              <a:solidFill>
                <a:schemeClr val="dk1"/>
              </a:solidFill>
              <a:effectLst/>
              <a:uFillTx/>
              <a:latin typeface="Calibri"/>
            </a:endParaRPr>
          </a:p>
        </p:txBody>
      </p:sp>
      <p:sp>
        <p:nvSpPr>
          <p:cNvPr id="56" name="PlaceHolder 10"/>
          <p:cNvSpPr>
            <a:spLocks noGrp="1"/>
          </p:cNvSpPr>
          <p:nvPr>
            <p:ph type="body"/>
          </p:nvPr>
        </p:nvSpPr>
        <p:spPr>
          <a:xfrm>
            <a:off x="6095880" y="4648320"/>
            <a:ext cx="2579760" cy="533160"/>
          </a:xfrm>
          <a:prstGeom prst="rect">
            <a:avLst/>
          </a:prstGeom>
          <a:noFill/>
          <a:ln w="0">
            <a:noFill/>
          </a:ln>
        </p:spPr>
        <p:txBody>
          <a:bodyPr lIns="91440" rIns="91440" tIns="45720" bIns="45720" anchor="t">
            <a:normAutofit fontScale="85000" lnSpcReduction="19999"/>
          </a:bodyPr>
          <a:p>
            <a:pPr indent="0" defTabSz="914400">
              <a:lnSpc>
                <a:spcPct val="100000"/>
              </a:lnSpc>
              <a:spcBef>
                <a:spcPts val="400"/>
              </a:spcBef>
              <a:buNone/>
              <a:tabLst>
                <a:tab algn="l" pos="0"/>
              </a:tabLst>
            </a:pPr>
            <a:r>
              <a:rPr b="0" lang="en-US" sz="2000" strike="noStrike" u="none">
                <a:solidFill>
                  <a:schemeClr val="dk1"/>
                </a:solidFill>
                <a:effectLst/>
                <a:uFillTx/>
                <a:latin typeface="Franklin Gothic Medium"/>
              </a:rPr>
              <a:t>Click to edit Master text styles</a:t>
            </a:r>
            <a:endParaRPr b="0" lang="en-US" sz="2000" strike="noStrike" u="none">
              <a:solidFill>
                <a:schemeClr val="dk1"/>
              </a:solidFill>
              <a:effectLst/>
              <a:uFillTx/>
              <a:latin typeface="Calibri"/>
            </a:endParaRPr>
          </a:p>
        </p:txBody>
      </p:sp>
      <p:sp>
        <p:nvSpPr>
          <p:cNvPr id="57" name="PlaceHolder 11"/>
          <p:cNvSpPr>
            <a:spLocks noGrp="1"/>
          </p:cNvSpPr>
          <p:nvPr>
            <p:ph type="body"/>
          </p:nvPr>
        </p:nvSpPr>
        <p:spPr>
          <a:xfrm>
            <a:off x="457200" y="4648320"/>
            <a:ext cx="2666520" cy="533160"/>
          </a:xfrm>
          <a:prstGeom prst="rect">
            <a:avLst/>
          </a:prstGeom>
          <a:noFill/>
          <a:ln w="0">
            <a:noFill/>
          </a:ln>
        </p:spPr>
        <p:txBody>
          <a:bodyPr lIns="91440" rIns="91440" tIns="45720" bIns="45720" anchor="t">
            <a:noAutofit/>
          </a:bodyPr>
          <a:p>
            <a:pPr indent="0" defTabSz="914400">
              <a:lnSpc>
                <a:spcPct val="100000"/>
              </a:lnSpc>
              <a:spcBef>
                <a:spcPts val="400"/>
              </a:spcBef>
              <a:buNone/>
              <a:tabLst>
                <a:tab algn="l" pos="0"/>
              </a:tabLst>
            </a:pPr>
            <a:r>
              <a:rPr b="0" lang="en-US" sz="2000" strike="noStrike" u="none">
                <a:solidFill>
                  <a:schemeClr val="dk1"/>
                </a:solidFill>
                <a:effectLst/>
                <a:uFillTx/>
                <a:latin typeface="Franklin Gothic Medium"/>
              </a:rPr>
              <a:t>Click to edit Master text styles</a:t>
            </a:r>
            <a:endParaRPr b="0" lang="en-US" sz="2000" strike="noStrike" u="none">
              <a:solidFill>
                <a:schemeClr val="dk1"/>
              </a:solidFill>
              <a:effectLst/>
              <a:uFillTx/>
              <a:latin typeface="Calibri"/>
            </a:endParaRPr>
          </a:p>
        </p:txBody>
      </p:sp>
      <p:sp>
        <p:nvSpPr>
          <p:cNvPr id="58" name="PlaceHolder 12"/>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defTabSz="914400">
              <a:lnSpc>
                <a:spcPct val="100000"/>
              </a:lnSpc>
              <a:buNone/>
            </a:pPr>
            <a:r>
              <a:rPr b="0" lang="en-US" sz="4400" strike="noStrike" u="none">
                <a:solidFill>
                  <a:schemeClr val="dk1"/>
                </a:solidFill>
                <a:effectLst/>
                <a:uFillTx/>
                <a:latin typeface="Franklin Gothic Medium"/>
              </a:rPr>
              <a:t>Click to edit Master title style</a:t>
            </a:r>
            <a:endParaRPr b="0" lang="en-US" sz="4400" strike="noStrike" u="none">
              <a:solidFill>
                <a:schemeClr val="dk1"/>
              </a:solidFill>
              <a:effectLst/>
              <a:uFillTx/>
              <a:latin typeface="Calibri"/>
            </a:endParaRPr>
          </a:p>
        </p:txBody>
      </p:sp>
      <p:pic>
        <p:nvPicPr>
          <p:cNvPr id="59" name="Picture 16" descr=""/>
          <p:cNvPicPr/>
          <p:nvPr/>
        </p:nvPicPr>
        <p:blipFill>
          <a:blip r:embed="rId2"/>
          <a:stretch/>
        </p:blipFill>
        <p:spPr>
          <a:xfrm>
            <a:off x="152280" y="5660640"/>
            <a:ext cx="1943280" cy="1295280"/>
          </a:xfrm>
          <a:prstGeom prst="rect">
            <a:avLst/>
          </a:prstGeom>
          <a:noFill/>
          <a:ln w="0">
            <a:noFill/>
          </a:ln>
        </p:spPr>
      </p:pic>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le pictures no captions">
    <p:bg>
      <p:bgPr>
        <a:solidFill>
          <a:srgbClr val="ffffff"/>
        </a:solidFill>
      </p:bgPr>
    </p:bg>
    <p:spTree>
      <p:nvGrpSpPr>
        <p:cNvPr id="1" name=""/>
        <p:cNvGrpSpPr/>
        <p:nvPr/>
      </p:nvGrpSpPr>
      <p:grpSpPr>
        <a:xfrm>
          <a:off x="0" y="0"/>
          <a:ext cx="0" cy="0"/>
          <a:chOff x="0" y="0"/>
          <a:chExt cx="0" cy="0"/>
        </a:xfrm>
      </p:grpSpPr>
      <p:sp>
        <p:nvSpPr>
          <p:cNvPr id="60" name="PlaceHolder 1"/>
          <p:cNvSpPr>
            <a:spLocks noGrp="1"/>
          </p:cNvSpPr>
          <p:nvPr>
            <p:ph type="body"/>
          </p:nvPr>
        </p:nvSpPr>
        <p:spPr>
          <a:xfrm>
            <a:off x="457200" y="1752480"/>
            <a:ext cx="1828440" cy="182844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chemeClr val="dk1"/>
              </a:solidFill>
              <a:effectLst/>
              <a:uFillTx/>
              <a:latin typeface="Calibri"/>
            </a:endParaRPr>
          </a:p>
          <a:p>
            <a:pPr lvl="1" marL="864000" indent="-324000">
              <a:spcBef>
                <a:spcPts val="1134"/>
              </a:spcBef>
              <a:buClr>
                <a:srgbClr val="000000"/>
              </a:buClr>
              <a:buSzPct val="75000"/>
              <a:buFont typeface="Symbol" charset="2"/>
              <a:buChar char=""/>
            </a:pPr>
            <a:r>
              <a:rPr b="0" lang="en-US" sz="3200" strike="noStrike" u="none">
                <a:solidFill>
                  <a:schemeClr val="dk1"/>
                </a:solidFill>
                <a:effectLst/>
                <a:uFillTx/>
                <a:latin typeface="Calibri"/>
              </a:rPr>
              <a:t>Second Outline Level</a:t>
            </a:r>
            <a:endParaRPr b="0" lang="en-US" sz="3200" strike="noStrike" u="none">
              <a:solidFill>
                <a:schemeClr val="dk1"/>
              </a:solidFill>
              <a:effectLst/>
              <a:uFillTx/>
              <a:latin typeface="Calibri"/>
            </a:endParaRPr>
          </a:p>
          <a:p>
            <a:pPr lvl="2" marL="1296000" indent="-288000">
              <a:spcBef>
                <a:spcPts val="850"/>
              </a:spcBef>
              <a:buClr>
                <a:srgbClr val="000000"/>
              </a:buClr>
              <a:buSzPct val="45000"/>
              <a:buFont typeface="Wingdings" charset="2"/>
              <a:buChar char=""/>
            </a:pPr>
            <a:r>
              <a:rPr b="0" lang="en-US" sz="3200" strike="noStrike" u="none">
                <a:solidFill>
                  <a:schemeClr val="dk1"/>
                </a:solidFill>
                <a:effectLst/>
                <a:uFillTx/>
                <a:latin typeface="Calibri"/>
              </a:rPr>
              <a:t>Third Outline Level</a:t>
            </a:r>
            <a:endParaRPr b="0" lang="en-US" sz="3200" strike="noStrike" u="none">
              <a:solidFill>
                <a:schemeClr val="dk1"/>
              </a:solidFill>
              <a:effectLst/>
              <a:uFillTx/>
              <a:latin typeface="Calibri"/>
            </a:endParaRPr>
          </a:p>
          <a:p>
            <a:pPr lvl="3" marL="1728000" indent="-216000">
              <a:spcBef>
                <a:spcPts val="567"/>
              </a:spcBef>
              <a:buClr>
                <a:srgbClr val="000000"/>
              </a:buClr>
              <a:buSzPct val="75000"/>
              <a:buFont typeface="Symbol" charset="2"/>
              <a:buChar char=""/>
            </a:pPr>
            <a:r>
              <a:rPr b="0" lang="en-US" sz="3200" strike="noStrike" u="none">
                <a:solidFill>
                  <a:schemeClr val="dk1"/>
                </a:solidFill>
                <a:effectLst/>
                <a:uFillTx/>
                <a:latin typeface="Calibri"/>
              </a:rPr>
              <a:t>Fourth Outline Level</a:t>
            </a:r>
            <a:endParaRPr b="0" lang="en-US" sz="3200" strike="noStrike" u="none">
              <a:solidFill>
                <a:schemeClr val="dk1"/>
              </a:solidFill>
              <a:effectLst/>
              <a:uFillTx/>
              <a:latin typeface="Calibri"/>
            </a:endParaRPr>
          </a:p>
          <a:p>
            <a:pPr lvl="4" marL="2160000" indent="-216000">
              <a:spcBef>
                <a:spcPts val="283"/>
              </a:spcBef>
              <a:buClr>
                <a:srgbClr val="000000"/>
              </a:buClr>
              <a:buSzPct val="45000"/>
              <a:buFont typeface="Wingdings" charset="2"/>
              <a:buChar char=""/>
            </a:pPr>
            <a:r>
              <a:rPr b="0" lang="en-US" sz="3200" strike="noStrike" u="none">
                <a:solidFill>
                  <a:schemeClr val="dk1"/>
                </a:solidFill>
                <a:effectLst/>
                <a:uFillTx/>
                <a:latin typeface="Calibri"/>
              </a:rPr>
              <a:t>Fifth Outline Level</a:t>
            </a:r>
            <a:endParaRPr b="0" lang="en-US" sz="3200" strike="noStrike" u="none">
              <a:solidFill>
                <a:schemeClr val="dk1"/>
              </a:solidFill>
              <a:effectLst/>
              <a:uFillTx/>
              <a:latin typeface="Calibri"/>
            </a:endParaRPr>
          </a:p>
          <a:p>
            <a:pPr lvl="5" marL="2592000" indent="-216000">
              <a:spcBef>
                <a:spcPts val="283"/>
              </a:spcBef>
              <a:buClr>
                <a:srgbClr val="000000"/>
              </a:buClr>
              <a:buSzPct val="45000"/>
              <a:buFont typeface="Wingdings" charset="2"/>
              <a:buChar char=""/>
            </a:pPr>
            <a:r>
              <a:rPr b="0" lang="en-US" sz="3200" strike="noStrike" u="none">
                <a:solidFill>
                  <a:schemeClr val="dk1"/>
                </a:solidFill>
                <a:effectLst/>
                <a:uFillTx/>
                <a:latin typeface="Calibri"/>
              </a:rPr>
              <a:t>Sixth Outline Level</a:t>
            </a:r>
            <a:endParaRPr b="0" lang="en-US" sz="3200" strike="noStrike" u="none">
              <a:solidFill>
                <a:schemeClr val="dk1"/>
              </a:solidFill>
              <a:effectLst/>
              <a:uFillTx/>
              <a:latin typeface="Calibri"/>
            </a:endParaRPr>
          </a:p>
          <a:p>
            <a:pPr lvl="6" marL="3024000" indent="-216000">
              <a:spcBef>
                <a:spcPts val="283"/>
              </a:spcBef>
              <a:buClr>
                <a:srgbClr val="000000"/>
              </a:buClr>
              <a:buSzPct val="45000"/>
              <a:buFont typeface="Wingdings" charset="2"/>
              <a:buChar char=""/>
            </a:pPr>
            <a:r>
              <a:rPr b="0" lang="en-US" sz="3200" strike="noStrike" u="none">
                <a:solidFill>
                  <a:schemeClr val="dk1"/>
                </a:solidFill>
                <a:effectLst/>
                <a:uFillTx/>
                <a:latin typeface="Calibri"/>
              </a:rPr>
              <a:t>Seventh Outline Level</a:t>
            </a:r>
            <a:endParaRPr b="0" lang="en-US" sz="3200" strike="noStrike" u="none">
              <a:solidFill>
                <a:schemeClr val="dk1"/>
              </a:solidFill>
              <a:effectLst/>
              <a:uFillTx/>
              <a:latin typeface="Calibri"/>
            </a:endParaRPr>
          </a:p>
        </p:txBody>
      </p:sp>
      <p:sp>
        <p:nvSpPr>
          <p:cNvPr id="61" name="PlaceHolder 2"/>
          <p:cNvSpPr>
            <a:spLocks noGrp="1"/>
          </p:cNvSpPr>
          <p:nvPr>
            <p:ph type="ftr" idx="17"/>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62" name="PlaceHolder 3"/>
          <p:cNvSpPr>
            <a:spLocks noGrp="1"/>
          </p:cNvSpPr>
          <p:nvPr>
            <p:ph type="sldNum" idx="18"/>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Calibri"/>
              </a:defRPr>
            </a:lvl1pPr>
          </a:lstStyle>
          <a:p>
            <a:pPr indent="0" algn="r" defTabSz="914400">
              <a:lnSpc>
                <a:spcPct val="100000"/>
              </a:lnSpc>
              <a:buNone/>
            </a:pPr>
            <a:fld id="{093D9E47-5766-4CD1-B24D-500C86D8C8DD}"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
        <p:nvSpPr>
          <p:cNvPr id="63" name="Title 1"/>
          <p:cNvSpPr/>
          <p:nvPr/>
        </p:nvSpPr>
        <p:spPr>
          <a:xfrm>
            <a:off x="457200" y="274680"/>
            <a:ext cx="8229240" cy="1142640"/>
          </a:xfrm>
          <a:prstGeom prst="rect">
            <a:avLst/>
          </a:prstGeom>
          <a:noFill/>
          <a:ln w="0">
            <a:noFill/>
          </a:ln>
        </p:spPr>
        <p:style>
          <a:lnRef idx="0"/>
          <a:fillRef idx="0"/>
          <a:effectRef idx="0"/>
          <a:fontRef idx="minor"/>
        </p:style>
        <p:txBody>
          <a:bodyPr anchor="ctr">
            <a:normAutofit/>
          </a:bodyPr>
          <a:p>
            <a:pPr defTabSz="914400">
              <a:lnSpc>
                <a:spcPct val="100000"/>
              </a:lnSpc>
            </a:pPr>
            <a:r>
              <a:rPr b="0" lang="en-US" sz="4400" strike="noStrike" u="none">
                <a:solidFill>
                  <a:schemeClr val="dk1"/>
                </a:solidFill>
                <a:effectLst/>
                <a:uFillTx/>
                <a:latin typeface="Gill Sans MT"/>
              </a:rPr>
              <a:t>Click to edit Master title style</a:t>
            </a:r>
            <a:endParaRPr b="0" lang="en-US" sz="4400" strike="noStrike" u="none">
              <a:solidFill>
                <a:srgbClr val="000000"/>
              </a:solidFill>
              <a:effectLst/>
              <a:uFillTx/>
              <a:latin typeface="Arial"/>
            </a:endParaRPr>
          </a:p>
        </p:txBody>
      </p:sp>
      <p:sp>
        <p:nvSpPr>
          <p:cNvPr id="64" name="PlaceHolder 4"/>
          <p:cNvSpPr>
            <a:spLocks noGrp="1"/>
          </p:cNvSpPr>
          <p:nvPr>
            <p:ph type="body"/>
          </p:nvPr>
        </p:nvSpPr>
        <p:spPr>
          <a:xfrm>
            <a:off x="2514600" y="1752480"/>
            <a:ext cx="1828440" cy="182844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chemeClr val="dk1"/>
              </a:solidFill>
              <a:effectLst/>
              <a:uFillTx/>
              <a:latin typeface="Calibri"/>
            </a:endParaRPr>
          </a:p>
          <a:p>
            <a:pPr lvl="1" marL="864000" indent="-324000">
              <a:spcBef>
                <a:spcPts val="1134"/>
              </a:spcBef>
              <a:buClr>
                <a:srgbClr val="000000"/>
              </a:buClr>
              <a:buSzPct val="75000"/>
              <a:buFont typeface="Symbol" charset="2"/>
              <a:buChar char=""/>
            </a:pPr>
            <a:r>
              <a:rPr b="0" lang="en-US" sz="3200" strike="noStrike" u="none">
                <a:solidFill>
                  <a:schemeClr val="dk1"/>
                </a:solidFill>
                <a:effectLst/>
                <a:uFillTx/>
                <a:latin typeface="Calibri"/>
              </a:rPr>
              <a:t>Second Outline Level</a:t>
            </a:r>
            <a:endParaRPr b="0" lang="en-US" sz="3200" strike="noStrike" u="none">
              <a:solidFill>
                <a:schemeClr val="dk1"/>
              </a:solidFill>
              <a:effectLst/>
              <a:uFillTx/>
              <a:latin typeface="Calibri"/>
            </a:endParaRPr>
          </a:p>
          <a:p>
            <a:pPr lvl="2" marL="1296000" indent="-288000">
              <a:spcBef>
                <a:spcPts val="850"/>
              </a:spcBef>
              <a:buClr>
                <a:srgbClr val="000000"/>
              </a:buClr>
              <a:buSzPct val="45000"/>
              <a:buFont typeface="Wingdings" charset="2"/>
              <a:buChar char=""/>
            </a:pPr>
            <a:r>
              <a:rPr b="0" lang="en-US" sz="3200" strike="noStrike" u="none">
                <a:solidFill>
                  <a:schemeClr val="dk1"/>
                </a:solidFill>
                <a:effectLst/>
                <a:uFillTx/>
                <a:latin typeface="Calibri"/>
              </a:rPr>
              <a:t>Third Outline Level</a:t>
            </a:r>
            <a:endParaRPr b="0" lang="en-US" sz="3200" strike="noStrike" u="none">
              <a:solidFill>
                <a:schemeClr val="dk1"/>
              </a:solidFill>
              <a:effectLst/>
              <a:uFillTx/>
              <a:latin typeface="Calibri"/>
            </a:endParaRPr>
          </a:p>
          <a:p>
            <a:pPr lvl="3" marL="1728000" indent="-216000">
              <a:spcBef>
                <a:spcPts val="567"/>
              </a:spcBef>
              <a:buClr>
                <a:srgbClr val="000000"/>
              </a:buClr>
              <a:buSzPct val="75000"/>
              <a:buFont typeface="Symbol" charset="2"/>
              <a:buChar char=""/>
            </a:pPr>
            <a:r>
              <a:rPr b="0" lang="en-US" sz="3200" strike="noStrike" u="none">
                <a:solidFill>
                  <a:schemeClr val="dk1"/>
                </a:solidFill>
                <a:effectLst/>
                <a:uFillTx/>
                <a:latin typeface="Calibri"/>
              </a:rPr>
              <a:t>Fourth Outline Level</a:t>
            </a:r>
            <a:endParaRPr b="0" lang="en-US" sz="3200" strike="noStrike" u="none">
              <a:solidFill>
                <a:schemeClr val="dk1"/>
              </a:solidFill>
              <a:effectLst/>
              <a:uFillTx/>
              <a:latin typeface="Calibri"/>
            </a:endParaRPr>
          </a:p>
          <a:p>
            <a:pPr lvl="4" marL="2160000" indent="-216000">
              <a:spcBef>
                <a:spcPts val="283"/>
              </a:spcBef>
              <a:buClr>
                <a:srgbClr val="000000"/>
              </a:buClr>
              <a:buSzPct val="45000"/>
              <a:buFont typeface="Wingdings" charset="2"/>
              <a:buChar char=""/>
            </a:pPr>
            <a:r>
              <a:rPr b="0" lang="en-US" sz="3200" strike="noStrike" u="none">
                <a:solidFill>
                  <a:schemeClr val="dk1"/>
                </a:solidFill>
                <a:effectLst/>
                <a:uFillTx/>
                <a:latin typeface="Calibri"/>
              </a:rPr>
              <a:t>Fifth Outline Level</a:t>
            </a:r>
            <a:endParaRPr b="0" lang="en-US" sz="3200" strike="noStrike" u="none">
              <a:solidFill>
                <a:schemeClr val="dk1"/>
              </a:solidFill>
              <a:effectLst/>
              <a:uFillTx/>
              <a:latin typeface="Calibri"/>
            </a:endParaRPr>
          </a:p>
          <a:p>
            <a:pPr lvl="5" marL="2592000" indent="-216000">
              <a:spcBef>
                <a:spcPts val="283"/>
              </a:spcBef>
              <a:buClr>
                <a:srgbClr val="000000"/>
              </a:buClr>
              <a:buSzPct val="45000"/>
              <a:buFont typeface="Wingdings" charset="2"/>
              <a:buChar char=""/>
            </a:pPr>
            <a:r>
              <a:rPr b="0" lang="en-US" sz="3200" strike="noStrike" u="none">
                <a:solidFill>
                  <a:schemeClr val="dk1"/>
                </a:solidFill>
                <a:effectLst/>
                <a:uFillTx/>
                <a:latin typeface="Calibri"/>
              </a:rPr>
              <a:t>Sixth Outline Level</a:t>
            </a:r>
            <a:endParaRPr b="0" lang="en-US" sz="3200" strike="noStrike" u="none">
              <a:solidFill>
                <a:schemeClr val="dk1"/>
              </a:solidFill>
              <a:effectLst/>
              <a:uFillTx/>
              <a:latin typeface="Calibri"/>
            </a:endParaRPr>
          </a:p>
          <a:p>
            <a:pPr lvl="6" marL="3024000" indent="-216000">
              <a:spcBef>
                <a:spcPts val="283"/>
              </a:spcBef>
              <a:buClr>
                <a:srgbClr val="000000"/>
              </a:buClr>
              <a:buSzPct val="45000"/>
              <a:buFont typeface="Wingdings" charset="2"/>
              <a:buChar char=""/>
            </a:pPr>
            <a:r>
              <a:rPr b="0" lang="en-US" sz="3200" strike="noStrike" u="none">
                <a:solidFill>
                  <a:schemeClr val="dk1"/>
                </a:solidFill>
                <a:effectLst/>
                <a:uFillTx/>
                <a:latin typeface="Calibri"/>
              </a:rPr>
              <a:t>Seventh Outline Level</a:t>
            </a:r>
            <a:endParaRPr b="0" lang="en-US" sz="3200" strike="noStrike" u="none">
              <a:solidFill>
                <a:schemeClr val="dk1"/>
              </a:solidFill>
              <a:effectLst/>
              <a:uFillTx/>
              <a:latin typeface="Calibri"/>
            </a:endParaRPr>
          </a:p>
        </p:txBody>
      </p:sp>
      <p:sp>
        <p:nvSpPr>
          <p:cNvPr id="65" name="PlaceHolder 5"/>
          <p:cNvSpPr>
            <a:spLocks noGrp="1"/>
          </p:cNvSpPr>
          <p:nvPr>
            <p:ph type="body"/>
          </p:nvPr>
        </p:nvSpPr>
        <p:spPr>
          <a:xfrm>
            <a:off x="4648320" y="1752480"/>
            <a:ext cx="1828440" cy="182844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chemeClr val="dk1"/>
              </a:solidFill>
              <a:effectLst/>
              <a:uFillTx/>
              <a:latin typeface="Calibri"/>
            </a:endParaRPr>
          </a:p>
          <a:p>
            <a:pPr lvl="1" marL="864000" indent="-324000">
              <a:spcBef>
                <a:spcPts val="1134"/>
              </a:spcBef>
              <a:buClr>
                <a:srgbClr val="000000"/>
              </a:buClr>
              <a:buSzPct val="75000"/>
              <a:buFont typeface="Symbol" charset="2"/>
              <a:buChar char=""/>
            </a:pPr>
            <a:r>
              <a:rPr b="0" lang="en-US" sz="3200" strike="noStrike" u="none">
                <a:solidFill>
                  <a:schemeClr val="dk1"/>
                </a:solidFill>
                <a:effectLst/>
                <a:uFillTx/>
                <a:latin typeface="Calibri"/>
              </a:rPr>
              <a:t>Second Outline Level</a:t>
            </a:r>
            <a:endParaRPr b="0" lang="en-US" sz="3200" strike="noStrike" u="none">
              <a:solidFill>
                <a:schemeClr val="dk1"/>
              </a:solidFill>
              <a:effectLst/>
              <a:uFillTx/>
              <a:latin typeface="Calibri"/>
            </a:endParaRPr>
          </a:p>
          <a:p>
            <a:pPr lvl="2" marL="1296000" indent="-288000">
              <a:spcBef>
                <a:spcPts val="850"/>
              </a:spcBef>
              <a:buClr>
                <a:srgbClr val="000000"/>
              </a:buClr>
              <a:buSzPct val="45000"/>
              <a:buFont typeface="Wingdings" charset="2"/>
              <a:buChar char=""/>
            </a:pPr>
            <a:r>
              <a:rPr b="0" lang="en-US" sz="3200" strike="noStrike" u="none">
                <a:solidFill>
                  <a:schemeClr val="dk1"/>
                </a:solidFill>
                <a:effectLst/>
                <a:uFillTx/>
                <a:latin typeface="Calibri"/>
              </a:rPr>
              <a:t>Third Outline Level</a:t>
            </a:r>
            <a:endParaRPr b="0" lang="en-US" sz="3200" strike="noStrike" u="none">
              <a:solidFill>
                <a:schemeClr val="dk1"/>
              </a:solidFill>
              <a:effectLst/>
              <a:uFillTx/>
              <a:latin typeface="Calibri"/>
            </a:endParaRPr>
          </a:p>
          <a:p>
            <a:pPr lvl="3" marL="1728000" indent="-216000">
              <a:spcBef>
                <a:spcPts val="567"/>
              </a:spcBef>
              <a:buClr>
                <a:srgbClr val="000000"/>
              </a:buClr>
              <a:buSzPct val="75000"/>
              <a:buFont typeface="Symbol" charset="2"/>
              <a:buChar char=""/>
            </a:pPr>
            <a:r>
              <a:rPr b="0" lang="en-US" sz="3200" strike="noStrike" u="none">
                <a:solidFill>
                  <a:schemeClr val="dk1"/>
                </a:solidFill>
                <a:effectLst/>
                <a:uFillTx/>
                <a:latin typeface="Calibri"/>
              </a:rPr>
              <a:t>Fourth Outline Level</a:t>
            </a:r>
            <a:endParaRPr b="0" lang="en-US" sz="3200" strike="noStrike" u="none">
              <a:solidFill>
                <a:schemeClr val="dk1"/>
              </a:solidFill>
              <a:effectLst/>
              <a:uFillTx/>
              <a:latin typeface="Calibri"/>
            </a:endParaRPr>
          </a:p>
          <a:p>
            <a:pPr lvl="4" marL="2160000" indent="-216000">
              <a:spcBef>
                <a:spcPts val="283"/>
              </a:spcBef>
              <a:buClr>
                <a:srgbClr val="000000"/>
              </a:buClr>
              <a:buSzPct val="45000"/>
              <a:buFont typeface="Wingdings" charset="2"/>
              <a:buChar char=""/>
            </a:pPr>
            <a:r>
              <a:rPr b="0" lang="en-US" sz="3200" strike="noStrike" u="none">
                <a:solidFill>
                  <a:schemeClr val="dk1"/>
                </a:solidFill>
                <a:effectLst/>
                <a:uFillTx/>
                <a:latin typeface="Calibri"/>
              </a:rPr>
              <a:t>Fifth Outline Level</a:t>
            </a:r>
            <a:endParaRPr b="0" lang="en-US" sz="3200" strike="noStrike" u="none">
              <a:solidFill>
                <a:schemeClr val="dk1"/>
              </a:solidFill>
              <a:effectLst/>
              <a:uFillTx/>
              <a:latin typeface="Calibri"/>
            </a:endParaRPr>
          </a:p>
          <a:p>
            <a:pPr lvl="5" marL="2592000" indent="-216000">
              <a:spcBef>
                <a:spcPts val="283"/>
              </a:spcBef>
              <a:buClr>
                <a:srgbClr val="000000"/>
              </a:buClr>
              <a:buSzPct val="45000"/>
              <a:buFont typeface="Wingdings" charset="2"/>
              <a:buChar char=""/>
            </a:pPr>
            <a:r>
              <a:rPr b="0" lang="en-US" sz="3200" strike="noStrike" u="none">
                <a:solidFill>
                  <a:schemeClr val="dk1"/>
                </a:solidFill>
                <a:effectLst/>
                <a:uFillTx/>
                <a:latin typeface="Calibri"/>
              </a:rPr>
              <a:t>Sixth Outline Level</a:t>
            </a:r>
            <a:endParaRPr b="0" lang="en-US" sz="3200" strike="noStrike" u="none">
              <a:solidFill>
                <a:schemeClr val="dk1"/>
              </a:solidFill>
              <a:effectLst/>
              <a:uFillTx/>
              <a:latin typeface="Calibri"/>
            </a:endParaRPr>
          </a:p>
          <a:p>
            <a:pPr lvl="6" marL="3024000" indent="-216000">
              <a:spcBef>
                <a:spcPts val="283"/>
              </a:spcBef>
              <a:buClr>
                <a:srgbClr val="000000"/>
              </a:buClr>
              <a:buSzPct val="45000"/>
              <a:buFont typeface="Wingdings" charset="2"/>
              <a:buChar char=""/>
            </a:pPr>
            <a:r>
              <a:rPr b="0" lang="en-US" sz="3200" strike="noStrike" u="none">
                <a:solidFill>
                  <a:schemeClr val="dk1"/>
                </a:solidFill>
                <a:effectLst/>
                <a:uFillTx/>
                <a:latin typeface="Calibri"/>
              </a:rPr>
              <a:t>Seventh Outline Level</a:t>
            </a:r>
            <a:endParaRPr b="0" lang="en-US" sz="3200" strike="noStrike" u="none">
              <a:solidFill>
                <a:schemeClr val="dk1"/>
              </a:solidFill>
              <a:effectLst/>
              <a:uFillTx/>
              <a:latin typeface="Calibri"/>
            </a:endParaRPr>
          </a:p>
        </p:txBody>
      </p:sp>
      <p:sp>
        <p:nvSpPr>
          <p:cNvPr id="66" name="PlaceHolder 6"/>
          <p:cNvSpPr>
            <a:spLocks noGrp="1"/>
          </p:cNvSpPr>
          <p:nvPr>
            <p:ph type="body"/>
          </p:nvPr>
        </p:nvSpPr>
        <p:spPr>
          <a:xfrm>
            <a:off x="6705720" y="1752480"/>
            <a:ext cx="1828440" cy="182844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chemeClr val="dk1"/>
              </a:solidFill>
              <a:effectLst/>
              <a:uFillTx/>
              <a:latin typeface="Calibri"/>
            </a:endParaRPr>
          </a:p>
          <a:p>
            <a:pPr lvl="1" marL="864000" indent="-324000">
              <a:spcBef>
                <a:spcPts val="1134"/>
              </a:spcBef>
              <a:buClr>
                <a:srgbClr val="000000"/>
              </a:buClr>
              <a:buSzPct val="75000"/>
              <a:buFont typeface="Symbol" charset="2"/>
              <a:buChar char=""/>
            </a:pPr>
            <a:r>
              <a:rPr b="0" lang="en-US" sz="3200" strike="noStrike" u="none">
                <a:solidFill>
                  <a:schemeClr val="dk1"/>
                </a:solidFill>
                <a:effectLst/>
                <a:uFillTx/>
                <a:latin typeface="Calibri"/>
              </a:rPr>
              <a:t>Second Outline Level</a:t>
            </a:r>
            <a:endParaRPr b="0" lang="en-US" sz="3200" strike="noStrike" u="none">
              <a:solidFill>
                <a:schemeClr val="dk1"/>
              </a:solidFill>
              <a:effectLst/>
              <a:uFillTx/>
              <a:latin typeface="Calibri"/>
            </a:endParaRPr>
          </a:p>
          <a:p>
            <a:pPr lvl="2" marL="1296000" indent="-288000">
              <a:spcBef>
                <a:spcPts val="850"/>
              </a:spcBef>
              <a:buClr>
                <a:srgbClr val="000000"/>
              </a:buClr>
              <a:buSzPct val="45000"/>
              <a:buFont typeface="Wingdings" charset="2"/>
              <a:buChar char=""/>
            </a:pPr>
            <a:r>
              <a:rPr b="0" lang="en-US" sz="3200" strike="noStrike" u="none">
                <a:solidFill>
                  <a:schemeClr val="dk1"/>
                </a:solidFill>
                <a:effectLst/>
                <a:uFillTx/>
                <a:latin typeface="Calibri"/>
              </a:rPr>
              <a:t>Third Outline Level</a:t>
            </a:r>
            <a:endParaRPr b="0" lang="en-US" sz="3200" strike="noStrike" u="none">
              <a:solidFill>
                <a:schemeClr val="dk1"/>
              </a:solidFill>
              <a:effectLst/>
              <a:uFillTx/>
              <a:latin typeface="Calibri"/>
            </a:endParaRPr>
          </a:p>
          <a:p>
            <a:pPr lvl="3" marL="1728000" indent="-216000">
              <a:spcBef>
                <a:spcPts val="567"/>
              </a:spcBef>
              <a:buClr>
                <a:srgbClr val="000000"/>
              </a:buClr>
              <a:buSzPct val="75000"/>
              <a:buFont typeface="Symbol" charset="2"/>
              <a:buChar char=""/>
            </a:pPr>
            <a:r>
              <a:rPr b="0" lang="en-US" sz="3200" strike="noStrike" u="none">
                <a:solidFill>
                  <a:schemeClr val="dk1"/>
                </a:solidFill>
                <a:effectLst/>
                <a:uFillTx/>
                <a:latin typeface="Calibri"/>
              </a:rPr>
              <a:t>Fourth Outline Level</a:t>
            </a:r>
            <a:endParaRPr b="0" lang="en-US" sz="3200" strike="noStrike" u="none">
              <a:solidFill>
                <a:schemeClr val="dk1"/>
              </a:solidFill>
              <a:effectLst/>
              <a:uFillTx/>
              <a:latin typeface="Calibri"/>
            </a:endParaRPr>
          </a:p>
          <a:p>
            <a:pPr lvl="4" marL="2160000" indent="-216000">
              <a:spcBef>
                <a:spcPts val="283"/>
              </a:spcBef>
              <a:buClr>
                <a:srgbClr val="000000"/>
              </a:buClr>
              <a:buSzPct val="45000"/>
              <a:buFont typeface="Wingdings" charset="2"/>
              <a:buChar char=""/>
            </a:pPr>
            <a:r>
              <a:rPr b="0" lang="en-US" sz="3200" strike="noStrike" u="none">
                <a:solidFill>
                  <a:schemeClr val="dk1"/>
                </a:solidFill>
                <a:effectLst/>
                <a:uFillTx/>
                <a:latin typeface="Calibri"/>
              </a:rPr>
              <a:t>Fifth Outline Level</a:t>
            </a:r>
            <a:endParaRPr b="0" lang="en-US" sz="3200" strike="noStrike" u="none">
              <a:solidFill>
                <a:schemeClr val="dk1"/>
              </a:solidFill>
              <a:effectLst/>
              <a:uFillTx/>
              <a:latin typeface="Calibri"/>
            </a:endParaRPr>
          </a:p>
          <a:p>
            <a:pPr lvl="5" marL="2592000" indent="-216000">
              <a:spcBef>
                <a:spcPts val="283"/>
              </a:spcBef>
              <a:buClr>
                <a:srgbClr val="000000"/>
              </a:buClr>
              <a:buSzPct val="45000"/>
              <a:buFont typeface="Wingdings" charset="2"/>
              <a:buChar char=""/>
            </a:pPr>
            <a:r>
              <a:rPr b="0" lang="en-US" sz="3200" strike="noStrike" u="none">
                <a:solidFill>
                  <a:schemeClr val="dk1"/>
                </a:solidFill>
                <a:effectLst/>
                <a:uFillTx/>
                <a:latin typeface="Calibri"/>
              </a:rPr>
              <a:t>Sixth Outline Level</a:t>
            </a:r>
            <a:endParaRPr b="0" lang="en-US" sz="3200" strike="noStrike" u="none">
              <a:solidFill>
                <a:schemeClr val="dk1"/>
              </a:solidFill>
              <a:effectLst/>
              <a:uFillTx/>
              <a:latin typeface="Calibri"/>
            </a:endParaRPr>
          </a:p>
          <a:p>
            <a:pPr lvl="6" marL="3024000" indent="-216000">
              <a:spcBef>
                <a:spcPts val="283"/>
              </a:spcBef>
              <a:buClr>
                <a:srgbClr val="000000"/>
              </a:buClr>
              <a:buSzPct val="45000"/>
              <a:buFont typeface="Wingdings" charset="2"/>
              <a:buChar char=""/>
            </a:pPr>
            <a:r>
              <a:rPr b="0" lang="en-US" sz="3200" strike="noStrike" u="none">
                <a:solidFill>
                  <a:schemeClr val="dk1"/>
                </a:solidFill>
                <a:effectLst/>
                <a:uFillTx/>
                <a:latin typeface="Calibri"/>
              </a:rPr>
              <a:t>Seventh Outline Level</a:t>
            </a:r>
            <a:endParaRPr b="0" lang="en-US" sz="3200" strike="noStrike" u="none">
              <a:solidFill>
                <a:schemeClr val="dk1"/>
              </a:solidFill>
              <a:effectLst/>
              <a:uFillTx/>
              <a:latin typeface="Calibri"/>
            </a:endParaRPr>
          </a:p>
        </p:txBody>
      </p:sp>
      <p:sp>
        <p:nvSpPr>
          <p:cNvPr id="67" name="PlaceHolder 7"/>
          <p:cNvSpPr>
            <a:spLocks noGrp="1"/>
          </p:cNvSpPr>
          <p:nvPr>
            <p:ph type="body"/>
          </p:nvPr>
        </p:nvSpPr>
        <p:spPr>
          <a:xfrm>
            <a:off x="445320" y="3809880"/>
            <a:ext cx="1828440" cy="182844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chemeClr val="dk1"/>
              </a:solidFill>
              <a:effectLst/>
              <a:uFillTx/>
              <a:latin typeface="Calibri"/>
            </a:endParaRPr>
          </a:p>
          <a:p>
            <a:pPr lvl="1" marL="864000" indent="-324000">
              <a:spcBef>
                <a:spcPts val="1134"/>
              </a:spcBef>
              <a:buClr>
                <a:srgbClr val="000000"/>
              </a:buClr>
              <a:buSzPct val="75000"/>
              <a:buFont typeface="Symbol" charset="2"/>
              <a:buChar char=""/>
            </a:pPr>
            <a:r>
              <a:rPr b="0" lang="en-US" sz="3200" strike="noStrike" u="none">
                <a:solidFill>
                  <a:schemeClr val="dk1"/>
                </a:solidFill>
                <a:effectLst/>
                <a:uFillTx/>
                <a:latin typeface="Calibri"/>
              </a:rPr>
              <a:t>Second Outline Level</a:t>
            </a:r>
            <a:endParaRPr b="0" lang="en-US" sz="3200" strike="noStrike" u="none">
              <a:solidFill>
                <a:schemeClr val="dk1"/>
              </a:solidFill>
              <a:effectLst/>
              <a:uFillTx/>
              <a:latin typeface="Calibri"/>
            </a:endParaRPr>
          </a:p>
          <a:p>
            <a:pPr lvl="2" marL="1296000" indent="-288000">
              <a:spcBef>
                <a:spcPts val="850"/>
              </a:spcBef>
              <a:buClr>
                <a:srgbClr val="000000"/>
              </a:buClr>
              <a:buSzPct val="45000"/>
              <a:buFont typeface="Wingdings" charset="2"/>
              <a:buChar char=""/>
            </a:pPr>
            <a:r>
              <a:rPr b="0" lang="en-US" sz="3200" strike="noStrike" u="none">
                <a:solidFill>
                  <a:schemeClr val="dk1"/>
                </a:solidFill>
                <a:effectLst/>
                <a:uFillTx/>
                <a:latin typeface="Calibri"/>
              </a:rPr>
              <a:t>Third Outline Level</a:t>
            </a:r>
            <a:endParaRPr b="0" lang="en-US" sz="3200" strike="noStrike" u="none">
              <a:solidFill>
                <a:schemeClr val="dk1"/>
              </a:solidFill>
              <a:effectLst/>
              <a:uFillTx/>
              <a:latin typeface="Calibri"/>
            </a:endParaRPr>
          </a:p>
          <a:p>
            <a:pPr lvl="3" marL="1728000" indent="-216000">
              <a:spcBef>
                <a:spcPts val="567"/>
              </a:spcBef>
              <a:buClr>
                <a:srgbClr val="000000"/>
              </a:buClr>
              <a:buSzPct val="75000"/>
              <a:buFont typeface="Symbol" charset="2"/>
              <a:buChar char=""/>
            </a:pPr>
            <a:r>
              <a:rPr b="0" lang="en-US" sz="3200" strike="noStrike" u="none">
                <a:solidFill>
                  <a:schemeClr val="dk1"/>
                </a:solidFill>
                <a:effectLst/>
                <a:uFillTx/>
                <a:latin typeface="Calibri"/>
              </a:rPr>
              <a:t>Fourth Outline Level</a:t>
            </a:r>
            <a:endParaRPr b="0" lang="en-US" sz="3200" strike="noStrike" u="none">
              <a:solidFill>
                <a:schemeClr val="dk1"/>
              </a:solidFill>
              <a:effectLst/>
              <a:uFillTx/>
              <a:latin typeface="Calibri"/>
            </a:endParaRPr>
          </a:p>
          <a:p>
            <a:pPr lvl="4" marL="2160000" indent="-216000">
              <a:spcBef>
                <a:spcPts val="283"/>
              </a:spcBef>
              <a:buClr>
                <a:srgbClr val="000000"/>
              </a:buClr>
              <a:buSzPct val="45000"/>
              <a:buFont typeface="Wingdings" charset="2"/>
              <a:buChar char=""/>
            </a:pPr>
            <a:r>
              <a:rPr b="0" lang="en-US" sz="3200" strike="noStrike" u="none">
                <a:solidFill>
                  <a:schemeClr val="dk1"/>
                </a:solidFill>
                <a:effectLst/>
                <a:uFillTx/>
                <a:latin typeface="Calibri"/>
              </a:rPr>
              <a:t>Fifth Outline Level</a:t>
            </a:r>
            <a:endParaRPr b="0" lang="en-US" sz="3200" strike="noStrike" u="none">
              <a:solidFill>
                <a:schemeClr val="dk1"/>
              </a:solidFill>
              <a:effectLst/>
              <a:uFillTx/>
              <a:latin typeface="Calibri"/>
            </a:endParaRPr>
          </a:p>
          <a:p>
            <a:pPr lvl="5" marL="2592000" indent="-216000">
              <a:spcBef>
                <a:spcPts val="283"/>
              </a:spcBef>
              <a:buClr>
                <a:srgbClr val="000000"/>
              </a:buClr>
              <a:buSzPct val="45000"/>
              <a:buFont typeface="Wingdings" charset="2"/>
              <a:buChar char=""/>
            </a:pPr>
            <a:r>
              <a:rPr b="0" lang="en-US" sz="3200" strike="noStrike" u="none">
                <a:solidFill>
                  <a:schemeClr val="dk1"/>
                </a:solidFill>
                <a:effectLst/>
                <a:uFillTx/>
                <a:latin typeface="Calibri"/>
              </a:rPr>
              <a:t>Sixth Outline Level</a:t>
            </a:r>
            <a:endParaRPr b="0" lang="en-US" sz="3200" strike="noStrike" u="none">
              <a:solidFill>
                <a:schemeClr val="dk1"/>
              </a:solidFill>
              <a:effectLst/>
              <a:uFillTx/>
              <a:latin typeface="Calibri"/>
            </a:endParaRPr>
          </a:p>
          <a:p>
            <a:pPr lvl="6" marL="3024000" indent="-216000">
              <a:spcBef>
                <a:spcPts val="283"/>
              </a:spcBef>
              <a:buClr>
                <a:srgbClr val="000000"/>
              </a:buClr>
              <a:buSzPct val="45000"/>
              <a:buFont typeface="Wingdings" charset="2"/>
              <a:buChar char=""/>
            </a:pPr>
            <a:r>
              <a:rPr b="0" lang="en-US" sz="3200" strike="noStrike" u="none">
                <a:solidFill>
                  <a:schemeClr val="dk1"/>
                </a:solidFill>
                <a:effectLst/>
                <a:uFillTx/>
                <a:latin typeface="Calibri"/>
              </a:rPr>
              <a:t>Seventh Outline Level</a:t>
            </a:r>
            <a:endParaRPr b="0" lang="en-US" sz="3200" strike="noStrike" u="none">
              <a:solidFill>
                <a:schemeClr val="dk1"/>
              </a:solidFill>
              <a:effectLst/>
              <a:uFillTx/>
              <a:latin typeface="Calibri"/>
            </a:endParaRPr>
          </a:p>
        </p:txBody>
      </p:sp>
      <p:sp>
        <p:nvSpPr>
          <p:cNvPr id="68" name="PlaceHolder 8"/>
          <p:cNvSpPr>
            <a:spLocks noGrp="1"/>
          </p:cNvSpPr>
          <p:nvPr>
            <p:ph type="body"/>
          </p:nvPr>
        </p:nvSpPr>
        <p:spPr>
          <a:xfrm>
            <a:off x="2502720" y="3809880"/>
            <a:ext cx="1828440" cy="182844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chemeClr val="dk1"/>
              </a:solidFill>
              <a:effectLst/>
              <a:uFillTx/>
              <a:latin typeface="Calibri"/>
            </a:endParaRPr>
          </a:p>
          <a:p>
            <a:pPr lvl="1" marL="864000" indent="-324000">
              <a:spcBef>
                <a:spcPts val="1134"/>
              </a:spcBef>
              <a:buClr>
                <a:srgbClr val="000000"/>
              </a:buClr>
              <a:buSzPct val="75000"/>
              <a:buFont typeface="Symbol" charset="2"/>
              <a:buChar char=""/>
            </a:pPr>
            <a:r>
              <a:rPr b="0" lang="en-US" sz="3200" strike="noStrike" u="none">
                <a:solidFill>
                  <a:schemeClr val="dk1"/>
                </a:solidFill>
                <a:effectLst/>
                <a:uFillTx/>
                <a:latin typeface="Calibri"/>
              </a:rPr>
              <a:t>Second Outline Level</a:t>
            </a:r>
            <a:endParaRPr b="0" lang="en-US" sz="3200" strike="noStrike" u="none">
              <a:solidFill>
                <a:schemeClr val="dk1"/>
              </a:solidFill>
              <a:effectLst/>
              <a:uFillTx/>
              <a:latin typeface="Calibri"/>
            </a:endParaRPr>
          </a:p>
          <a:p>
            <a:pPr lvl="2" marL="1296000" indent="-288000">
              <a:spcBef>
                <a:spcPts val="850"/>
              </a:spcBef>
              <a:buClr>
                <a:srgbClr val="000000"/>
              </a:buClr>
              <a:buSzPct val="45000"/>
              <a:buFont typeface="Wingdings" charset="2"/>
              <a:buChar char=""/>
            </a:pPr>
            <a:r>
              <a:rPr b="0" lang="en-US" sz="3200" strike="noStrike" u="none">
                <a:solidFill>
                  <a:schemeClr val="dk1"/>
                </a:solidFill>
                <a:effectLst/>
                <a:uFillTx/>
                <a:latin typeface="Calibri"/>
              </a:rPr>
              <a:t>Third Outline Level</a:t>
            </a:r>
            <a:endParaRPr b="0" lang="en-US" sz="3200" strike="noStrike" u="none">
              <a:solidFill>
                <a:schemeClr val="dk1"/>
              </a:solidFill>
              <a:effectLst/>
              <a:uFillTx/>
              <a:latin typeface="Calibri"/>
            </a:endParaRPr>
          </a:p>
          <a:p>
            <a:pPr lvl="3" marL="1728000" indent="-216000">
              <a:spcBef>
                <a:spcPts val="567"/>
              </a:spcBef>
              <a:buClr>
                <a:srgbClr val="000000"/>
              </a:buClr>
              <a:buSzPct val="75000"/>
              <a:buFont typeface="Symbol" charset="2"/>
              <a:buChar char=""/>
            </a:pPr>
            <a:r>
              <a:rPr b="0" lang="en-US" sz="3200" strike="noStrike" u="none">
                <a:solidFill>
                  <a:schemeClr val="dk1"/>
                </a:solidFill>
                <a:effectLst/>
                <a:uFillTx/>
                <a:latin typeface="Calibri"/>
              </a:rPr>
              <a:t>Fourth Outline Level</a:t>
            </a:r>
            <a:endParaRPr b="0" lang="en-US" sz="3200" strike="noStrike" u="none">
              <a:solidFill>
                <a:schemeClr val="dk1"/>
              </a:solidFill>
              <a:effectLst/>
              <a:uFillTx/>
              <a:latin typeface="Calibri"/>
            </a:endParaRPr>
          </a:p>
          <a:p>
            <a:pPr lvl="4" marL="2160000" indent="-216000">
              <a:spcBef>
                <a:spcPts val="283"/>
              </a:spcBef>
              <a:buClr>
                <a:srgbClr val="000000"/>
              </a:buClr>
              <a:buSzPct val="45000"/>
              <a:buFont typeface="Wingdings" charset="2"/>
              <a:buChar char=""/>
            </a:pPr>
            <a:r>
              <a:rPr b="0" lang="en-US" sz="3200" strike="noStrike" u="none">
                <a:solidFill>
                  <a:schemeClr val="dk1"/>
                </a:solidFill>
                <a:effectLst/>
                <a:uFillTx/>
                <a:latin typeface="Calibri"/>
              </a:rPr>
              <a:t>Fifth Outline Level</a:t>
            </a:r>
            <a:endParaRPr b="0" lang="en-US" sz="3200" strike="noStrike" u="none">
              <a:solidFill>
                <a:schemeClr val="dk1"/>
              </a:solidFill>
              <a:effectLst/>
              <a:uFillTx/>
              <a:latin typeface="Calibri"/>
            </a:endParaRPr>
          </a:p>
          <a:p>
            <a:pPr lvl="5" marL="2592000" indent="-216000">
              <a:spcBef>
                <a:spcPts val="283"/>
              </a:spcBef>
              <a:buClr>
                <a:srgbClr val="000000"/>
              </a:buClr>
              <a:buSzPct val="45000"/>
              <a:buFont typeface="Wingdings" charset="2"/>
              <a:buChar char=""/>
            </a:pPr>
            <a:r>
              <a:rPr b="0" lang="en-US" sz="3200" strike="noStrike" u="none">
                <a:solidFill>
                  <a:schemeClr val="dk1"/>
                </a:solidFill>
                <a:effectLst/>
                <a:uFillTx/>
                <a:latin typeface="Calibri"/>
              </a:rPr>
              <a:t>Sixth Outline Level</a:t>
            </a:r>
            <a:endParaRPr b="0" lang="en-US" sz="3200" strike="noStrike" u="none">
              <a:solidFill>
                <a:schemeClr val="dk1"/>
              </a:solidFill>
              <a:effectLst/>
              <a:uFillTx/>
              <a:latin typeface="Calibri"/>
            </a:endParaRPr>
          </a:p>
          <a:p>
            <a:pPr lvl="6" marL="3024000" indent="-216000">
              <a:spcBef>
                <a:spcPts val="283"/>
              </a:spcBef>
              <a:buClr>
                <a:srgbClr val="000000"/>
              </a:buClr>
              <a:buSzPct val="45000"/>
              <a:buFont typeface="Wingdings" charset="2"/>
              <a:buChar char=""/>
            </a:pPr>
            <a:r>
              <a:rPr b="0" lang="en-US" sz="3200" strike="noStrike" u="none">
                <a:solidFill>
                  <a:schemeClr val="dk1"/>
                </a:solidFill>
                <a:effectLst/>
                <a:uFillTx/>
                <a:latin typeface="Calibri"/>
              </a:rPr>
              <a:t>Seventh Outline Level</a:t>
            </a:r>
            <a:endParaRPr b="0" lang="en-US" sz="3200" strike="noStrike" u="none">
              <a:solidFill>
                <a:schemeClr val="dk1"/>
              </a:solidFill>
              <a:effectLst/>
              <a:uFillTx/>
              <a:latin typeface="Calibri"/>
            </a:endParaRPr>
          </a:p>
        </p:txBody>
      </p:sp>
      <p:sp>
        <p:nvSpPr>
          <p:cNvPr id="69" name="PlaceHolder 9"/>
          <p:cNvSpPr>
            <a:spLocks noGrp="1"/>
          </p:cNvSpPr>
          <p:nvPr>
            <p:ph type="body"/>
          </p:nvPr>
        </p:nvSpPr>
        <p:spPr>
          <a:xfrm>
            <a:off x="4636440" y="3809880"/>
            <a:ext cx="1828440" cy="182844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chemeClr val="dk1"/>
              </a:solidFill>
              <a:effectLst/>
              <a:uFillTx/>
              <a:latin typeface="Calibri"/>
            </a:endParaRPr>
          </a:p>
          <a:p>
            <a:pPr lvl="1" marL="864000" indent="-324000">
              <a:spcBef>
                <a:spcPts val="1134"/>
              </a:spcBef>
              <a:buClr>
                <a:srgbClr val="000000"/>
              </a:buClr>
              <a:buSzPct val="75000"/>
              <a:buFont typeface="Symbol" charset="2"/>
              <a:buChar char=""/>
            </a:pPr>
            <a:r>
              <a:rPr b="0" lang="en-US" sz="3200" strike="noStrike" u="none">
                <a:solidFill>
                  <a:schemeClr val="dk1"/>
                </a:solidFill>
                <a:effectLst/>
                <a:uFillTx/>
                <a:latin typeface="Calibri"/>
              </a:rPr>
              <a:t>Second Outline Level</a:t>
            </a:r>
            <a:endParaRPr b="0" lang="en-US" sz="3200" strike="noStrike" u="none">
              <a:solidFill>
                <a:schemeClr val="dk1"/>
              </a:solidFill>
              <a:effectLst/>
              <a:uFillTx/>
              <a:latin typeface="Calibri"/>
            </a:endParaRPr>
          </a:p>
          <a:p>
            <a:pPr lvl="2" marL="1296000" indent="-288000">
              <a:spcBef>
                <a:spcPts val="850"/>
              </a:spcBef>
              <a:buClr>
                <a:srgbClr val="000000"/>
              </a:buClr>
              <a:buSzPct val="45000"/>
              <a:buFont typeface="Wingdings" charset="2"/>
              <a:buChar char=""/>
            </a:pPr>
            <a:r>
              <a:rPr b="0" lang="en-US" sz="3200" strike="noStrike" u="none">
                <a:solidFill>
                  <a:schemeClr val="dk1"/>
                </a:solidFill>
                <a:effectLst/>
                <a:uFillTx/>
                <a:latin typeface="Calibri"/>
              </a:rPr>
              <a:t>Third Outline Level</a:t>
            </a:r>
            <a:endParaRPr b="0" lang="en-US" sz="3200" strike="noStrike" u="none">
              <a:solidFill>
                <a:schemeClr val="dk1"/>
              </a:solidFill>
              <a:effectLst/>
              <a:uFillTx/>
              <a:latin typeface="Calibri"/>
            </a:endParaRPr>
          </a:p>
          <a:p>
            <a:pPr lvl="3" marL="1728000" indent="-216000">
              <a:spcBef>
                <a:spcPts val="567"/>
              </a:spcBef>
              <a:buClr>
                <a:srgbClr val="000000"/>
              </a:buClr>
              <a:buSzPct val="75000"/>
              <a:buFont typeface="Symbol" charset="2"/>
              <a:buChar char=""/>
            </a:pPr>
            <a:r>
              <a:rPr b="0" lang="en-US" sz="3200" strike="noStrike" u="none">
                <a:solidFill>
                  <a:schemeClr val="dk1"/>
                </a:solidFill>
                <a:effectLst/>
                <a:uFillTx/>
                <a:latin typeface="Calibri"/>
              </a:rPr>
              <a:t>Fourth Outline Level</a:t>
            </a:r>
            <a:endParaRPr b="0" lang="en-US" sz="3200" strike="noStrike" u="none">
              <a:solidFill>
                <a:schemeClr val="dk1"/>
              </a:solidFill>
              <a:effectLst/>
              <a:uFillTx/>
              <a:latin typeface="Calibri"/>
            </a:endParaRPr>
          </a:p>
          <a:p>
            <a:pPr lvl="4" marL="2160000" indent="-216000">
              <a:spcBef>
                <a:spcPts val="283"/>
              </a:spcBef>
              <a:buClr>
                <a:srgbClr val="000000"/>
              </a:buClr>
              <a:buSzPct val="45000"/>
              <a:buFont typeface="Wingdings" charset="2"/>
              <a:buChar char=""/>
            </a:pPr>
            <a:r>
              <a:rPr b="0" lang="en-US" sz="3200" strike="noStrike" u="none">
                <a:solidFill>
                  <a:schemeClr val="dk1"/>
                </a:solidFill>
                <a:effectLst/>
                <a:uFillTx/>
                <a:latin typeface="Calibri"/>
              </a:rPr>
              <a:t>Fifth Outline Level</a:t>
            </a:r>
            <a:endParaRPr b="0" lang="en-US" sz="3200" strike="noStrike" u="none">
              <a:solidFill>
                <a:schemeClr val="dk1"/>
              </a:solidFill>
              <a:effectLst/>
              <a:uFillTx/>
              <a:latin typeface="Calibri"/>
            </a:endParaRPr>
          </a:p>
          <a:p>
            <a:pPr lvl="5" marL="2592000" indent="-216000">
              <a:spcBef>
                <a:spcPts val="283"/>
              </a:spcBef>
              <a:buClr>
                <a:srgbClr val="000000"/>
              </a:buClr>
              <a:buSzPct val="45000"/>
              <a:buFont typeface="Wingdings" charset="2"/>
              <a:buChar char=""/>
            </a:pPr>
            <a:r>
              <a:rPr b="0" lang="en-US" sz="3200" strike="noStrike" u="none">
                <a:solidFill>
                  <a:schemeClr val="dk1"/>
                </a:solidFill>
                <a:effectLst/>
                <a:uFillTx/>
                <a:latin typeface="Calibri"/>
              </a:rPr>
              <a:t>Sixth Outline Level</a:t>
            </a:r>
            <a:endParaRPr b="0" lang="en-US" sz="3200" strike="noStrike" u="none">
              <a:solidFill>
                <a:schemeClr val="dk1"/>
              </a:solidFill>
              <a:effectLst/>
              <a:uFillTx/>
              <a:latin typeface="Calibri"/>
            </a:endParaRPr>
          </a:p>
          <a:p>
            <a:pPr lvl="6" marL="3024000" indent="-216000">
              <a:spcBef>
                <a:spcPts val="283"/>
              </a:spcBef>
              <a:buClr>
                <a:srgbClr val="000000"/>
              </a:buClr>
              <a:buSzPct val="45000"/>
              <a:buFont typeface="Wingdings" charset="2"/>
              <a:buChar char=""/>
            </a:pPr>
            <a:r>
              <a:rPr b="0" lang="en-US" sz="3200" strike="noStrike" u="none">
                <a:solidFill>
                  <a:schemeClr val="dk1"/>
                </a:solidFill>
                <a:effectLst/>
                <a:uFillTx/>
                <a:latin typeface="Calibri"/>
              </a:rPr>
              <a:t>Seventh Outline Level</a:t>
            </a:r>
            <a:endParaRPr b="0" lang="en-US" sz="3200" strike="noStrike" u="none">
              <a:solidFill>
                <a:schemeClr val="dk1"/>
              </a:solidFill>
              <a:effectLst/>
              <a:uFillTx/>
              <a:latin typeface="Calibri"/>
            </a:endParaRPr>
          </a:p>
        </p:txBody>
      </p:sp>
      <p:sp>
        <p:nvSpPr>
          <p:cNvPr id="70" name="PlaceHolder 10"/>
          <p:cNvSpPr>
            <a:spLocks noGrp="1"/>
          </p:cNvSpPr>
          <p:nvPr>
            <p:ph type="body"/>
          </p:nvPr>
        </p:nvSpPr>
        <p:spPr>
          <a:xfrm>
            <a:off x="6693840" y="3809880"/>
            <a:ext cx="1828440" cy="182844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chemeClr val="dk1"/>
              </a:solidFill>
              <a:effectLst/>
              <a:uFillTx/>
              <a:latin typeface="Calibri"/>
            </a:endParaRPr>
          </a:p>
          <a:p>
            <a:pPr lvl="1" marL="864000" indent="-324000">
              <a:spcBef>
                <a:spcPts val="1134"/>
              </a:spcBef>
              <a:buClr>
                <a:srgbClr val="000000"/>
              </a:buClr>
              <a:buSzPct val="75000"/>
              <a:buFont typeface="Symbol" charset="2"/>
              <a:buChar char=""/>
            </a:pPr>
            <a:r>
              <a:rPr b="0" lang="en-US" sz="3200" strike="noStrike" u="none">
                <a:solidFill>
                  <a:schemeClr val="dk1"/>
                </a:solidFill>
                <a:effectLst/>
                <a:uFillTx/>
                <a:latin typeface="Calibri"/>
              </a:rPr>
              <a:t>Second Outline Level</a:t>
            </a:r>
            <a:endParaRPr b="0" lang="en-US" sz="3200" strike="noStrike" u="none">
              <a:solidFill>
                <a:schemeClr val="dk1"/>
              </a:solidFill>
              <a:effectLst/>
              <a:uFillTx/>
              <a:latin typeface="Calibri"/>
            </a:endParaRPr>
          </a:p>
          <a:p>
            <a:pPr lvl="2" marL="1296000" indent="-288000">
              <a:spcBef>
                <a:spcPts val="850"/>
              </a:spcBef>
              <a:buClr>
                <a:srgbClr val="000000"/>
              </a:buClr>
              <a:buSzPct val="45000"/>
              <a:buFont typeface="Wingdings" charset="2"/>
              <a:buChar char=""/>
            </a:pPr>
            <a:r>
              <a:rPr b="0" lang="en-US" sz="3200" strike="noStrike" u="none">
                <a:solidFill>
                  <a:schemeClr val="dk1"/>
                </a:solidFill>
                <a:effectLst/>
                <a:uFillTx/>
                <a:latin typeface="Calibri"/>
              </a:rPr>
              <a:t>Third Outline Level</a:t>
            </a:r>
            <a:endParaRPr b="0" lang="en-US" sz="3200" strike="noStrike" u="none">
              <a:solidFill>
                <a:schemeClr val="dk1"/>
              </a:solidFill>
              <a:effectLst/>
              <a:uFillTx/>
              <a:latin typeface="Calibri"/>
            </a:endParaRPr>
          </a:p>
          <a:p>
            <a:pPr lvl="3" marL="1728000" indent="-216000">
              <a:spcBef>
                <a:spcPts val="567"/>
              </a:spcBef>
              <a:buClr>
                <a:srgbClr val="000000"/>
              </a:buClr>
              <a:buSzPct val="75000"/>
              <a:buFont typeface="Symbol" charset="2"/>
              <a:buChar char=""/>
            </a:pPr>
            <a:r>
              <a:rPr b="0" lang="en-US" sz="3200" strike="noStrike" u="none">
                <a:solidFill>
                  <a:schemeClr val="dk1"/>
                </a:solidFill>
                <a:effectLst/>
                <a:uFillTx/>
                <a:latin typeface="Calibri"/>
              </a:rPr>
              <a:t>Fourth Outline Level</a:t>
            </a:r>
            <a:endParaRPr b="0" lang="en-US" sz="3200" strike="noStrike" u="none">
              <a:solidFill>
                <a:schemeClr val="dk1"/>
              </a:solidFill>
              <a:effectLst/>
              <a:uFillTx/>
              <a:latin typeface="Calibri"/>
            </a:endParaRPr>
          </a:p>
          <a:p>
            <a:pPr lvl="4" marL="2160000" indent="-216000">
              <a:spcBef>
                <a:spcPts val="283"/>
              </a:spcBef>
              <a:buClr>
                <a:srgbClr val="000000"/>
              </a:buClr>
              <a:buSzPct val="45000"/>
              <a:buFont typeface="Wingdings" charset="2"/>
              <a:buChar char=""/>
            </a:pPr>
            <a:r>
              <a:rPr b="0" lang="en-US" sz="3200" strike="noStrike" u="none">
                <a:solidFill>
                  <a:schemeClr val="dk1"/>
                </a:solidFill>
                <a:effectLst/>
                <a:uFillTx/>
                <a:latin typeface="Calibri"/>
              </a:rPr>
              <a:t>Fifth Outline Level</a:t>
            </a:r>
            <a:endParaRPr b="0" lang="en-US" sz="3200" strike="noStrike" u="none">
              <a:solidFill>
                <a:schemeClr val="dk1"/>
              </a:solidFill>
              <a:effectLst/>
              <a:uFillTx/>
              <a:latin typeface="Calibri"/>
            </a:endParaRPr>
          </a:p>
          <a:p>
            <a:pPr lvl="5" marL="2592000" indent="-216000">
              <a:spcBef>
                <a:spcPts val="283"/>
              </a:spcBef>
              <a:buClr>
                <a:srgbClr val="000000"/>
              </a:buClr>
              <a:buSzPct val="45000"/>
              <a:buFont typeface="Wingdings" charset="2"/>
              <a:buChar char=""/>
            </a:pPr>
            <a:r>
              <a:rPr b="0" lang="en-US" sz="3200" strike="noStrike" u="none">
                <a:solidFill>
                  <a:schemeClr val="dk1"/>
                </a:solidFill>
                <a:effectLst/>
                <a:uFillTx/>
                <a:latin typeface="Calibri"/>
              </a:rPr>
              <a:t>Sixth Outline Level</a:t>
            </a:r>
            <a:endParaRPr b="0" lang="en-US" sz="3200" strike="noStrike" u="none">
              <a:solidFill>
                <a:schemeClr val="dk1"/>
              </a:solidFill>
              <a:effectLst/>
              <a:uFillTx/>
              <a:latin typeface="Calibri"/>
            </a:endParaRPr>
          </a:p>
          <a:p>
            <a:pPr lvl="6" marL="3024000" indent="-216000">
              <a:spcBef>
                <a:spcPts val="283"/>
              </a:spcBef>
              <a:buClr>
                <a:srgbClr val="000000"/>
              </a:buClr>
              <a:buSzPct val="45000"/>
              <a:buFont typeface="Wingdings" charset="2"/>
              <a:buChar char=""/>
            </a:pPr>
            <a:r>
              <a:rPr b="0" lang="en-US" sz="3200" strike="noStrike" u="none">
                <a:solidFill>
                  <a:schemeClr val="dk1"/>
                </a:solidFill>
                <a:effectLst/>
                <a:uFillTx/>
                <a:latin typeface="Calibri"/>
              </a:rPr>
              <a:t>Seventh Outline Level</a:t>
            </a:r>
            <a:endParaRPr b="0" lang="en-US" sz="3200" strike="noStrike" u="none">
              <a:solidFill>
                <a:schemeClr val="dk1"/>
              </a:solidFill>
              <a:effectLst/>
              <a:uFillTx/>
              <a:latin typeface="Calibri"/>
            </a:endParaRPr>
          </a:p>
        </p:txBody>
      </p:sp>
      <p:cxnSp>
        <p:nvCxnSpPr>
          <p:cNvPr id="71" name="Straight Connector 32"/>
          <p:cNvCxnSpPr/>
          <p:nvPr/>
        </p:nvCxnSpPr>
        <p:spPr>
          <a:xfrm>
            <a:off x="457200" y="1447560"/>
            <a:ext cx="8229960" cy="360"/>
          </a:xfrm>
          <a:prstGeom prst="straightConnector1">
            <a:avLst/>
          </a:prstGeom>
          <a:ln w="28575">
            <a:solidFill>
              <a:srgbClr val="f6ba16"/>
            </a:solidFill>
            <a:round/>
          </a:ln>
        </p:spPr>
      </p:cxnSp>
      <p:pic>
        <p:nvPicPr>
          <p:cNvPr id="72" name="Picture 15" descr=""/>
          <p:cNvPicPr/>
          <p:nvPr/>
        </p:nvPicPr>
        <p:blipFill>
          <a:blip r:embed="rId2"/>
          <a:stretch/>
        </p:blipFill>
        <p:spPr>
          <a:xfrm>
            <a:off x="152280" y="5660640"/>
            <a:ext cx="1943280" cy="1295280"/>
          </a:xfrm>
          <a:prstGeom prst="rect">
            <a:avLst/>
          </a:prstGeom>
          <a:noFill/>
          <a:ln w="0">
            <a:noFill/>
          </a:ln>
        </p:spPr>
      </p:pic>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breaker">
    <p:bg>
      <p:bgPr>
        <a:solidFill>
          <a:schemeClr val="dk1"/>
        </a:solidFill>
      </p:bgPr>
    </p:bg>
    <p:spTree>
      <p:nvGrpSpPr>
        <p:cNvPr id="1" name=""/>
        <p:cNvGrpSpPr/>
        <p:nvPr/>
      </p:nvGrpSpPr>
      <p:grpSpPr>
        <a:xfrm>
          <a:off x="0" y="0"/>
          <a:ext cx="0" cy="0"/>
          <a:chOff x="0" y="0"/>
          <a:chExt cx="0" cy="0"/>
        </a:xfrm>
      </p:grpSpPr>
      <p:sp>
        <p:nvSpPr>
          <p:cNvPr id="73" name="PlaceHolder 1"/>
          <p:cNvSpPr>
            <a:spLocks noGrp="1"/>
          </p:cNvSpPr>
          <p:nvPr>
            <p:ph type="body"/>
          </p:nvPr>
        </p:nvSpPr>
        <p:spPr>
          <a:xfrm>
            <a:off x="914400" y="70200"/>
            <a:ext cx="7314840" cy="4272840"/>
          </a:xfrm>
          <a:prstGeom prst="rect">
            <a:avLst/>
          </a:prstGeom>
          <a:noFill/>
          <a:ln w="0">
            <a:noFill/>
          </a:ln>
        </p:spPr>
        <p:txBody>
          <a:bodyPr lIns="0" rIns="0" tIns="0" bIns="0" anchor="b">
            <a:spAutoFit/>
          </a:bodyPr>
          <a:p>
            <a:pPr indent="0" defTabSz="914400">
              <a:lnSpc>
                <a:spcPct val="100000"/>
              </a:lnSpc>
              <a:spcBef>
                <a:spcPts val="720"/>
              </a:spcBef>
              <a:buNone/>
              <a:tabLst>
                <a:tab algn="l" pos="0"/>
              </a:tabLst>
            </a:pPr>
            <a:r>
              <a:rPr b="0" lang="en-US" sz="3600" strike="noStrike" u="none">
                <a:solidFill>
                  <a:schemeClr val="lt1"/>
                </a:solidFill>
                <a:effectLst/>
                <a:uFillTx/>
                <a:latin typeface="Franklin Gothic Medium"/>
              </a:rPr>
              <a:t>Section name</a:t>
            </a:r>
            <a:endParaRPr b="0" lang="en-US" sz="3600" strike="noStrike" u="none">
              <a:solidFill>
                <a:schemeClr val="dk1"/>
              </a:solidFill>
              <a:effectLst/>
              <a:uFillTx/>
              <a:latin typeface="Calibri"/>
            </a:endParaRPr>
          </a:p>
        </p:txBody>
      </p:sp>
      <p:sp>
        <p:nvSpPr>
          <p:cNvPr id="74" name="PlaceHolder 2"/>
          <p:cNvSpPr>
            <a:spLocks noGrp="1"/>
          </p:cNvSpPr>
          <p:nvPr>
            <p:ph type="body"/>
          </p:nvPr>
        </p:nvSpPr>
        <p:spPr>
          <a:xfrm>
            <a:off x="152280" y="3429000"/>
            <a:ext cx="761760" cy="914040"/>
          </a:xfrm>
          <a:prstGeom prst="rect">
            <a:avLst/>
          </a:prstGeom>
          <a:noFill/>
          <a:ln w="0">
            <a:noFill/>
          </a:ln>
        </p:spPr>
        <p:txBody>
          <a:bodyPr lIns="0" rIns="0" tIns="0" bIns="0" anchor="b">
            <a:normAutofit/>
          </a:bodyPr>
          <a:p>
            <a:pPr indent="0" algn="ctr" defTabSz="914400">
              <a:lnSpc>
                <a:spcPct val="100000"/>
              </a:lnSpc>
              <a:spcBef>
                <a:spcPts val="879"/>
              </a:spcBef>
              <a:buNone/>
              <a:tabLst>
                <a:tab algn="l" pos="0"/>
              </a:tabLst>
            </a:pPr>
            <a:r>
              <a:rPr b="0" lang="en-US" sz="4400" strike="noStrike" u="none">
                <a:solidFill>
                  <a:schemeClr val="lt1"/>
                </a:solidFill>
                <a:effectLst/>
                <a:uFillTx/>
                <a:latin typeface="Calibri"/>
              </a:rPr>
              <a:t>#</a:t>
            </a:r>
            <a:endParaRPr b="0" lang="en-US" sz="4400" strike="noStrike" u="none">
              <a:solidFill>
                <a:schemeClr val="dk1"/>
              </a:solidFill>
              <a:effectLst/>
              <a:uFillTx/>
              <a:latin typeface="Calibri"/>
            </a:endParaRPr>
          </a:p>
        </p:txBody>
      </p:sp>
      <p:cxnSp>
        <p:nvCxnSpPr>
          <p:cNvPr id="75" name="Straight Connector 13"/>
          <p:cNvCxnSpPr/>
          <p:nvPr/>
        </p:nvCxnSpPr>
        <p:spPr>
          <a:xfrm>
            <a:off x="152280" y="4419360"/>
            <a:ext cx="8229960" cy="360"/>
          </a:xfrm>
          <a:prstGeom prst="straightConnector1">
            <a:avLst/>
          </a:prstGeom>
          <a:ln w="28575">
            <a:solidFill>
              <a:srgbClr val="f6ba16"/>
            </a:solidFill>
            <a:round/>
          </a:ln>
        </p:spPr>
      </p:cxnSp>
      <p:sp>
        <p:nvSpPr>
          <p:cNvPr id="76" name="PlaceHolder 3"/>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r>
              <a:rPr b="0" lang="en-US" sz="1800" strike="noStrike" u="none">
                <a:solidFill>
                  <a:schemeClr val="dk1"/>
                </a:solidFill>
                <a:effectLst/>
                <a:uFillTx/>
                <a:latin typeface="Calibri"/>
              </a:rPr>
              <a:t>Click to edit the title text format</a:t>
            </a:r>
            <a:endParaRPr b="0" lang="en-US" sz="1800" strike="noStrike" u="none">
              <a:solidFill>
                <a:schemeClr val="dk1"/>
              </a:solidFill>
              <a:effectLst/>
              <a:uFillTx/>
              <a:latin typeface="Calibri"/>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2.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PlaceHolder 1"/>
          <p:cNvSpPr>
            <a:spLocks noGrp="1"/>
          </p:cNvSpPr>
          <p:nvPr>
            <p:ph/>
          </p:nvPr>
        </p:nvSpPr>
        <p:spPr>
          <a:xfrm>
            <a:off x="241560" y="2528280"/>
            <a:ext cx="7401240" cy="1784880"/>
          </a:xfrm>
          <a:prstGeom prst="rect">
            <a:avLst/>
          </a:prstGeom>
          <a:noFill/>
          <a:ln w="0">
            <a:noFill/>
          </a:ln>
        </p:spPr>
        <p:txBody>
          <a:bodyPr lIns="0" rIns="0" tIns="0" bIns="0" anchor="b">
            <a:noAutofit/>
          </a:bodyPr>
          <a:p>
            <a:pPr indent="0" defTabSz="914400">
              <a:lnSpc>
                <a:spcPct val="100000"/>
              </a:lnSpc>
              <a:spcBef>
                <a:spcPts val="879"/>
              </a:spcBef>
              <a:buNone/>
              <a:tabLst>
                <a:tab algn="l" pos="0"/>
              </a:tabLst>
            </a:pPr>
            <a:r>
              <a:rPr b="0" lang="en-US" sz="4400" strike="noStrike" u="none">
                <a:solidFill>
                  <a:schemeClr val="lt1"/>
                </a:solidFill>
                <a:effectLst/>
                <a:uFillTx/>
                <a:latin typeface="Franklin Gothic Medium"/>
              </a:rPr>
              <a:t>Business Operations Unit: </a:t>
            </a:r>
            <a:r>
              <a:rPr b="0" lang="en-US" sz="3600" strike="noStrike" u="none">
                <a:solidFill>
                  <a:schemeClr val="lt1"/>
                </a:solidFill>
                <a:effectLst/>
                <a:uFillTx/>
                <a:latin typeface="Franklin Gothic Medium"/>
              </a:rPr>
              <a:t>Strategic Support Using QI Monthly Case Review (Sept 2025)</a:t>
            </a:r>
            <a:endParaRPr b="0" lang="en-US" sz="3600" strike="noStrike" u="none">
              <a:solidFill>
                <a:schemeClr val="dk1"/>
              </a:solidFill>
              <a:effectLst/>
              <a:uFillTx/>
              <a:latin typeface="Calibri"/>
            </a:endParaRPr>
          </a:p>
        </p:txBody>
      </p:sp>
      <p:pic>
        <p:nvPicPr>
          <p:cNvPr id="84" name="Picture 3" descr=""/>
          <p:cNvPicPr/>
          <p:nvPr/>
        </p:nvPicPr>
        <p:blipFill>
          <a:blip r:embed="rId1"/>
          <a:stretch/>
        </p:blipFill>
        <p:spPr>
          <a:xfrm>
            <a:off x="5633280" y="5281200"/>
            <a:ext cx="3334320" cy="1462680"/>
          </a:xfrm>
          <a:prstGeom prst="rect">
            <a:avLst/>
          </a:prstGeom>
          <a:noFill/>
          <a:ln w="0">
            <a:noFill/>
          </a:ln>
        </p:spPr>
      </p:pic>
      <p:sp>
        <p:nvSpPr>
          <p:cNvPr id="85" name="Rectangle 4"/>
          <p:cNvSpPr/>
          <p:nvPr/>
        </p:nvSpPr>
        <p:spPr>
          <a:xfrm>
            <a:off x="241560" y="4634640"/>
            <a:ext cx="5906160" cy="369000"/>
          </a:xfrm>
          <a:prstGeom prst="rect">
            <a:avLst/>
          </a:prstGeom>
          <a:noFill/>
          <a:ln w="0">
            <a:noFill/>
          </a:ln>
        </p:spPr>
        <p:style>
          <a:lnRef idx="0"/>
          <a:fillRef idx="0"/>
          <a:effectRef idx="0"/>
          <a:fontRef idx="minor"/>
        </p:style>
        <p:txBody>
          <a:bodyPr anchor="t">
            <a:spAutoFit/>
          </a:bodyPr>
          <a:p>
            <a:pPr defTabSz="914400">
              <a:lnSpc>
                <a:spcPct val="100000"/>
              </a:lnSpc>
            </a:pPr>
            <a:r>
              <a:rPr b="0" lang="en-US" sz="1800" strike="noStrike" u="none">
                <a:solidFill>
                  <a:schemeClr val="lt1"/>
                </a:solidFill>
                <a:effectLst/>
                <a:uFillTx/>
                <a:latin typeface="Calibri"/>
              </a:rPr>
              <a:t>January 15, 2026</a:t>
            </a:r>
            <a:endParaRPr b="0" lang="en-US"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rmAutofit/>
          </a:bodyPr>
          <a:p>
            <a:pPr indent="0" defTabSz="914400">
              <a:lnSpc>
                <a:spcPct val="100000"/>
              </a:lnSpc>
              <a:buNone/>
            </a:pPr>
            <a:r>
              <a:rPr b="0" lang="en-US" sz="4000" strike="noStrike" u="none">
                <a:solidFill>
                  <a:schemeClr val="dk1"/>
                </a:solidFill>
                <a:effectLst/>
                <a:uFillTx/>
                <a:latin typeface="Franklin Gothic Medium"/>
              </a:rPr>
              <a:t>Overview</a:t>
            </a:r>
            <a:endParaRPr b="0" lang="en-US" sz="4000" strike="noStrike" u="none">
              <a:solidFill>
                <a:schemeClr val="dk1"/>
              </a:solidFill>
              <a:effectLst/>
              <a:uFillTx/>
              <a:latin typeface="Calibri"/>
            </a:endParaRPr>
          </a:p>
        </p:txBody>
      </p:sp>
      <p:sp>
        <p:nvSpPr>
          <p:cNvPr id="87" name="PlaceHolder 2"/>
          <p:cNvSpPr>
            <a:spLocks noGrp="1"/>
          </p:cNvSpPr>
          <p:nvPr>
            <p:ph/>
          </p:nvPr>
        </p:nvSpPr>
        <p:spPr>
          <a:xfrm>
            <a:off x="457200" y="1600200"/>
            <a:ext cx="8229240" cy="4525560"/>
          </a:xfrm>
          <a:prstGeom prst="rect">
            <a:avLst/>
          </a:prstGeom>
          <a:noFill/>
          <a:ln w="0">
            <a:noFill/>
          </a:ln>
        </p:spPr>
        <p:txBody>
          <a:bodyPr lIns="91440" rIns="91440" tIns="45720" bIns="45720" anchor="t">
            <a:normAutofit/>
          </a:bodyPr>
          <a:p>
            <a:pPr indent="0" defTabSz="914400">
              <a:lnSpc>
                <a:spcPct val="100000"/>
              </a:lnSpc>
              <a:spcBef>
                <a:spcPts val="641"/>
              </a:spcBef>
              <a:buNone/>
              <a:tabLst>
                <a:tab algn="l" pos="0"/>
              </a:tabLst>
            </a:pPr>
            <a:r>
              <a:rPr b="0" lang="en-US" sz="3200" strike="noStrike" u="none">
                <a:solidFill>
                  <a:schemeClr val="dk1"/>
                </a:solidFill>
                <a:effectLst/>
                <a:uFillTx/>
                <a:latin typeface="Calibri"/>
                <a:ea typeface="Calibri"/>
              </a:rPr>
              <a:t>Findings from the September 2025 QI Monthly Case Review were analyzed to determine actions that can be taken to improve the Payment Error Rate (PER) and reinforce policy and procedural standards in various ways.</a:t>
            </a:r>
            <a:endParaRPr b="0" lang="en-US" sz="3200" strike="noStrike" u="none">
              <a:solidFill>
                <a:schemeClr val="dk1"/>
              </a:solidFill>
              <a:effectLst/>
              <a:uFillTx/>
              <a:latin typeface="Calibri"/>
            </a:endParaRPr>
          </a:p>
        </p:txBody>
      </p:sp>
      <p:sp>
        <p:nvSpPr>
          <p:cNvPr id="4" name="PlaceHolder 3"/>
          <p:cNvSpPr>
            <a:spLocks noGrp="1"/>
          </p:cNvSpPr>
          <p:nvPr>
            <p:ph type="sldNum" idx="1"/>
          </p:nvPr>
        </p:nvSpPr>
        <p:spPr/>
        <p:txBody>
          <a:bodyPr/>
          <a:p>
            <a:fld id="{D020F73F-68CB-4FB8-A39E-8029AEDB4D7B}" type="slidenum">
              <a:t>2</a:t>
            </a:fld>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rmAutofit/>
          </a:bodyPr>
          <a:p>
            <a:pPr indent="0" defTabSz="914400">
              <a:lnSpc>
                <a:spcPct val="100000"/>
              </a:lnSpc>
              <a:buNone/>
            </a:pPr>
            <a:r>
              <a:rPr b="0" lang="en-US" sz="3600" strike="noStrike" u="none">
                <a:solidFill>
                  <a:schemeClr val="dk1"/>
                </a:solidFill>
                <a:effectLst/>
                <a:uFillTx/>
                <a:latin typeface="Franklin Gothic Medium"/>
              </a:rPr>
              <a:t>SUA Expense (APID: 9104468) </a:t>
            </a:r>
            <a:endParaRPr b="0" lang="en-US" sz="3600" strike="noStrike" u="none">
              <a:solidFill>
                <a:schemeClr val="dk1"/>
              </a:solidFill>
              <a:effectLst/>
              <a:uFillTx/>
              <a:latin typeface="Calibri"/>
            </a:endParaRPr>
          </a:p>
        </p:txBody>
      </p:sp>
      <p:sp>
        <p:nvSpPr>
          <p:cNvPr id="89" name="PlaceHolder 2"/>
          <p:cNvSpPr>
            <a:spLocks noGrp="1"/>
          </p:cNvSpPr>
          <p:nvPr>
            <p:ph/>
          </p:nvPr>
        </p:nvSpPr>
        <p:spPr>
          <a:xfrm>
            <a:off x="97920" y="1600200"/>
            <a:ext cx="8588520" cy="5127480"/>
          </a:xfrm>
          <a:prstGeom prst="rect">
            <a:avLst/>
          </a:prstGeom>
          <a:noFill/>
          <a:ln w="0">
            <a:noFill/>
          </a:ln>
        </p:spPr>
        <p:txBody>
          <a:bodyPr lIns="91440" rIns="91440" tIns="45720" bIns="45720" anchor="t">
            <a:normAutofit/>
          </a:bodyPr>
          <a:p>
            <a:pPr marL="457200" indent="0" defTabSz="914400">
              <a:lnSpc>
                <a:spcPct val="100000"/>
              </a:lnSpc>
              <a:spcBef>
                <a:spcPts val="479"/>
              </a:spcBef>
              <a:buNone/>
              <a:tabLst>
                <a:tab algn="l" pos="0"/>
              </a:tabLst>
            </a:pPr>
            <a:r>
              <a:rPr b="1" lang="en-US" sz="2400" strike="noStrike" u="none">
                <a:solidFill>
                  <a:schemeClr val="dk1"/>
                </a:solidFill>
                <a:effectLst/>
                <a:uFillTx/>
                <a:latin typeface="Calibri"/>
              </a:rPr>
              <a:t>Example:</a:t>
            </a:r>
            <a:r>
              <a:rPr b="0" lang="en-US" sz="2400" strike="noStrike" u="none">
                <a:solidFill>
                  <a:schemeClr val="dk1"/>
                </a:solidFill>
                <a:effectLst/>
                <a:uFillTx/>
                <a:latin typeface="Calibri"/>
              </a:rPr>
              <a:t> </a:t>
            </a:r>
            <a:r>
              <a:rPr b="0" lang="en-US" sz="2400" strike="noStrike" u="none">
                <a:solidFill>
                  <a:schemeClr val="dk1"/>
                </a:solidFill>
                <a:effectLst/>
                <a:uFillTx/>
                <a:latin typeface="Calibri"/>
                <a:ea typeface="Calibri"/>
              </a:rPr>
              <a:t>Client submitted an online recertification with a change in address and SUA. The interview was held and the narrative stated that phone only SUA was reported. </a:t>
            </a:r>
            <a:endParaRPr b="0" lang="en-US" sz="2400" strike="noStrike" u="none">
              <a:solidFill>
                <a:schemeClr val="dk1"/>
              </a:solidFill>
              <a:effectLst/>
              <a:uFillTx/>
              <a:latin typeface="Calibri"/>
            </a:endParaRPr>
          </a:p>
          <a:p>
            <a:pPr marL="457200" indent="0" defTabSz="914400">
              <a:lnSpc>
                <a:spcPct val="100000"/>
              </a:lnSpc>
              <a:spcBef>
                <a:spcPts val="479"/>
              </a:spcBef>
              <a:buNone/>
              <a:tabLst>
                <a:tab algn="l" pos="0"/>
              </a:tabLst>
            </a:pPr>
            <a:r>
              <a:rPr b="1" lang="en-US" sz="2400" strike="noStrike" u="none">
                <a:solidFill>
                  <a:schemeClr val="dk1"/>
                </a:solidFill>
                <a:effectLst/>
                <a:uFillTx/>
                <a:latin typeface="Calibri"/>
                <a:ea typeface="Calibri"/>
              </a:rPr>
              <a:t>Issue:</a:t>
            </a:r>
            <a:r>
              <a:rPr b="0" lang="en-US" sz="2400" strike="noStrike" u="none">
                <a:solidFill>
                  <a:schemeClr val="dk1"/>
                </a:solidFill>
                <a:effectLst/>
                <a:uFillTx/>
                <a:latin typeface="Calibri"/>
                <a:ea typeface="Calibri"/>
              </a:rPr>
              <a:t> During a later processing action, FAW changed the SUA to Heating/Cooling without noting why in the narrative. FAW also did not obtain verification of Full SUA from the client. </a:t>
            </a:r>
            <a:endParaRPr b="0" lang="en-US" sz="2400" strike="noStrike" u="none">
              <a:solidFill>
                <a:schemeClr val="dk1"/>
              </a:solidFill>
              <a:effectLst/>
              <a:uFillTx/>
              <a:latin typeface="Calibri"/>
            </a:endParaRPr>
          </a:p>
          <a:p>
            <a:pPr marL="457200" indent="0" defTabSz="914400">
              <a:lnSpc>
                <a:spcPct val="100000"/>
              </a:lnSpc>
              <a:spcBef>
                <a:spcPts val="479"/>
              </a:spcBef>
              <a:buNone/>
              <a:tabLst>
                <a:tab algn="l" pos="0"/>
              </a:tabLst>
            </a:pPr>
            <a:r>
              <a:rPr b="1" lang="en-US" sz="2400" strike="noStrike" u="none">
                <a:solidFill>
                  <a:schemeClr val="dk1"/>
                </a:solidFill>
                <a:effectLst/>
                <a:uFillTx/>
                <a:latin typeface="Calibri"/>
                <a:ea typeface="Calibri"/>
              </a:rPr>
              <a:t>Suggestion(s):</a:t>
            </a:r>
            <a:endParaRPr b="0" lang="en-US" sz="2400" strike="noStrike" u="none">
              <a:solidFill>
                <a:schemeClr val="dk1"/>
              </a:solidFill>
              <a:effectLst/>
              <a:uFillTx/>
              <a:latin typeface="Calibri"/>
            </a:endParaRPr>
          </a:p>
          <a:p>
            <a:pPr lvl="1" marL="971640" indent="-514440" defTabSz="914400">
              <a:lnSpc>
                <a:spcPct val="100000"/>
              </a:lnSpc>
              <a:spcBef>
                <a:spcPts val="479"/>
              </a:spcBef>
              <a:buClr>
                <a:srgbClr val="063755"/>
              </a:buClr>
              <a:buFont typeface="Courier New"/>
              <a:buAutoNum type="arabicPeriod"/>
              <a:tabLst>
                <a:tab algn="l" pos="0"/>
              </a:tabLst>
            </a:pPr>
            <a:r>
              <a:rPr b="1" lang="en-US" sz="2400" strike="noStrike" u="none">
                <a:solidFill>
                  <a:schemeClr val="dk1"/>
                </a:solidFill>
                <a:effectLst/>
                <a:uFillTx/>
                <a:latin typeface="Calibri"/>
                <a:ea typeface="Calibri"/>
              </a:rPr>
              <a:t>Reminder </a:t>
            </a:r>
            <a:r>
              <a:rPr b="0" lang="en-US" sz="2400" strike="noStrike" u="none">
                <a:solidFill>
                  <a:schemeClr val="dk1"/>
                </a:solidFill>
                <a:effectLst/>
                <a:uFillTx/>
                <a:latin typeface="Calibri"/>
                <a:ea typeface="Calibri"/>
              </a:rPr>
              <a:t>for staff that reinforces obtaining verification of changes to expenses and narrating all changes made to a case.</a:t>
            </a:r>
            <a:endParaRPr b="0" lang="en-US" sz="2400" strike="noStrike" u="none">
              <a:solidFill>
                <a:schemeClr val="dk1"/>
              </a:solidFill>
              <a:effectLst/>
              <a:uFillTx/>
              <a:latin typeface="Calibri"/>
            </a:endParaRPr>
          </a:p>
          <a:p>
            <a:pPr lvl="1" marL="971640" indent="-514440" defTabSz="914400">
              <a:lnSpc>
                <a:spcPct val="100000"/>
              </a:lnSpc>
              <a:spcBef>
                <a:spcPts val="479"/>
              </a:spcBef>
              <a:buClr>
                <a:srgbClr val="063755"/>
              </a:buClr>
              <a:buFont typeface="Courier New"/>
              <a:buAutoNum type="arabicPeriod"/>
              <a:tabLst>
                <a:tab algn="l" pos="0"/>
              </a:tabLst>
            </a:pPr>
            <a:r>
              <a:rPr b="1" lang="en-US" sz="2400" strike="noStrike" u="none">
                <a:solidFill>
                  <a:schemeClr val="dk1"/>
                </a:solidFill>
                <a:effectLst/>
                <a:uFillTx/>
                <a:latin typeface="Calibri"/>
                <a:ea typeface="Calibri"/>
              </a:rPr>
              <a:t>Update to OLG</a:t>
            </a:r>
            <a:r>
              <a:rPr b="0" lang="en-US" sz="2400" strike="noStrike" u="none">
                <a:solidFill>
                  <a:schemeClr val="dk1"/>
                </a:solidFill>
                <a:effectLst/>
                <a:uFillTx/>
                <a:latin typeface="Calibri"/>
                <a:ea typeface="Calibri"/>
              </a:rPr>
              <a:t> pages related to SUA to include telephonic </a:t>
            </a:r>
            <a:r>
              <a:rPr b="0" lang="en-US" sz="2400" strike="noStrike" u="none">
                <a:solidFill>
                  <a:schemeClr val="dk1"/>
                </a:solidFill>
                <a:effectLst/>
                <a:uFillTx/>
                <a:latin typeface="Calibri"/>
                <a:ea typeface="Calibri"/>
              </a:rPr>
              <a:t>	</a:t>
            </a:r>
            <a:r>
              <a:rPr b="0" lang="en-US" sz="2400" strike="noStrike" u="none">
                <a:solidFill>
                  <a:schemeClr val="dk1"/>
                </a:solidFill>
                <a:effectLst/>
                <a:uFillTx/>
                <a:latin typeface="Calibri"/>
                <a:ea typeface="Calibri"/>
              </a:rPr>
              <a:t>self-dec. signatures as a verification method.</a:t>
            </a:r>
            <a:endParaRPr b="0" lang="en-US" sz="2400" strike="noStrike" u="none">
              <a:solidFill>
                <a:schemeClr val="dk1"/>
              </a:solidFill>
              <a:effectLst/>
              <a:uFillTx/>
              <a:latin typeface="Calibri"/>
            </a:endParaRPr>
          </a:p>
          <a:p>
            <a:pPr indent="0" defTabSz="914400">
              <a:lnSpc>
                <a:spcPct val="100000"/>
              </a:lnSpc>
              <a:spcBef>
                <a:spcPts val="479"/>
              </a:spcBef>
              <a:buNone/>
              <a:tabLst>
                <a:tab algn="l" pos="0"/>
              </a:tabLst>
            </a:pPr>
            <a:endParaRPr b="0" lang="en-US" sz="2400" strike="noStrike" u="none">
              <a:solidFill>
                <a:schemeClr val="dk1"/>
              </a:solidFill>
              <a:effectLst/>
              <a:uFillTx/>
              <a:latin typeface="Calibri"/>
            </a:endParaRPr>
          </a:p>
          <a:p>
            <a:pPr indent="0" defTabSz="914400">
              <a:lnSpc>
                <a:spcPct val="100000"/>
              </a:lnSpc>
              <a:spcBef>
                <a:spcPts val="561"/>
              </a:spcBef>
              <a:buNone/>
              <a:tabLst>
                <a:tab algn="l" pos="0"/>
              </a:tabLst>
            </a:pPr>
            <a:endParaRPr b="0" lang="en-US" sz="2800" strike="noStrike" u="none">
              <a:solidFill>
                <a:schemeClr val="dk1"/>
              </a:solidFill>
              <a:effectLst/>
              <a:uFillTx/>
              <a:latin typeface="Calibri"/>
            </a:endParaRPr>
          </a:p>
        </p:txBody>
      </p:sp>
      <p:sp>
        <p:nvSpPr>
          <p:cNvPr id="4" name="PlaceHolder 3"/>
          <p:cNvSpPr>
            <a:spLocks noGrp="1"/>
          </p:cNvSpPr>
          <p:nvPr>
            <p:ph type="sldNum" idx="1"/>
          </p:nvPr>
        </p:nvSpPr>
        <p:spPr/>
        <p:txBody>
          <a:bodyPr/>
          <a:p>
            <a:fld id="{7A3B3AFC-356A-4A87-A3D7-A99DA70B5097}" type="slidenum">
              <a:t>3</a:t>
            </a:fld>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rmAutofit fontScale="92500" lnSpcReduction="9999"/>
          </a:bodyPr>
          <a:p>
            <a:pPr indent="0" defTabSz="914400">
              <a:lnSpc>
                <a:spcPct val="100000"/>
              </a:lnSpc>
              <a:buNone/>
            </a:pPr>
            <a:r>
              <a:rPr b="0" lang="en-US" sz="4000" strike="noStrike" u="none">
                <a:solidFill>
                  <a:schemeClr val="dk1"/>
                </a:solidFill>
                <a:effectLst/>
                <a:uFillTx/>
                <a:latin typeface="Franklin Gothic Medium"/>
                <a:ea typeface="Verdana"/>
              </a:rPr>
              <a:t>Telephonic Signature Not Captured (APIDs 2663040 &amp; 7689678)</a:t>
            </a:r>
            <a:endParaRPr b="0" lang="en-US" sz="4000" strike="noStrike" u="none">
              <a:solidFill>
                <a:schemeClr val="dk1"/>
              </a:solidFill>
              <a:effectLst/>
              <a:uFillTx/>
              <a:latin typeface="Calibri"/>
            </a:endParaRPr>
          </a:p>
        </p:txBody>
      </p:sp>
      <p:sp>
        <p:nvSpPr>
          <p:cNvPr id="91" name="PlaceHolder 2"/>
          <p:cNvSpPr>
            <a:spLocks noGrp="1"/>
          </p:cNvSpPr>
          <p:nvPr>
            <p:ph/>
          </p:nvPr>
        </p:nvSpPr>
        <p:spPr>
          <a:xfrm>
            <a:off x="457200" y="1600200"/>
            <a:ext cx="8229240" cy="5127480"/>
          </a:xfrm>
          <a:prstGeom prst="rect">
            <a:avLst/>
          </a:prstGeom>
          <a:noFill/>
          <a:ln w="0">
            <a:noFill/>
          </a:ln>
        </p:spPr>
        <p:txBody>
          <a:bodyPr lIns="91440" rIns="91440" tIns="45720" bIns="45720" anchor="t">
            <a:normAutofit/>
          </a:bodyPr>
          <a:p>
            <a:pPr marL="457200" indent="0" defTabSz="914400">
              <a:lnSpc>
                <a:spcPct val="100000"/>
              </a:lnSpc>
              <a:spcBef>
                <a:spcPts val="479"/>
              </a:spcBef>
              <a:buNone/>
              <a:tabLst>
                <a:tab algn="l" pos="0"/>
              </a:tabLst>
            </a:pPr>
            <a:r>
              <a:rPr b="1" lang="en-US" sz="2400" strike="noStrike" u="none">
                <a:solidFill>
                  <a:schemeClr val="dk1"/>
                </a:solidFill>
                <a:effectLst/>
                <a:uFillTx/>
                <a:latin typeface="Calibri"/>
              </a:rPr>
              <a:t>Example:</a:t>
            </a:r>
            <a:r>
              <a:rPr b="0" lang="en-US" sz="2400" strike="noStrike" u="none">
                <a:solidFill>
                  <a:schemeClr val="dk1"/>
                </a:solidFill>
                <a:effectLst/>
                <a:uFillTx/>
                <a:latin typeface="Calibri"/>
              </a:rPr>
              <a:t> </a:t>
            </a:r>
            <a:r>
              <a:rPr b="0" lang="en-US" sz="2400" strike="noStrike" u="none">
                <a:solidFill>
                  <a:schemeClr val="dk1"/>
                </a:solidFill>
                <a:effectLst/>
                <a:uFillTx/>
                <a:latin typeface="Calibri"/>
                <a:ea typeface="Calibri"/>
              </a:rPr>
              <a:t>AUM states in narrative “telephonic sign for updates,” however, it was not captured, and VC-1 was not issued for the optional verification.</a:t>
            </a:r>
            <a:endParaRPr b="0" lang="en-US" sz="2400" strike="noStrike" u="none">
              <a:solidFill>
                <a:schemeClr val="dk1"/>
              </a:solidFill>
              <a:effectLst/>
              <a:uFillTx/>
              <a:latin typeface="Calibri"/>
            </a:endParaRPr>
          </a:p>
          <a:p>
            <a:pPr marL="457200" indent="0" defTabSz="914400">
              <a:lnSpc>
                <a:spcPct val="100000"/>
              </a:lnSpc>
              <a:spcBef>
                <a:spcPts val="479"/>
              </a:spcBef>
              <a:buNone/>
              <a:tabLst>
                <a:tab algn="l" pos="0"/>
              </a:tabLst>
            </a:pPr>
            <a:r>
              <a:rPr b="1" lang="en-US" sz="2400" strike="noStrike" u="none">
                <a:solidFill>
                  <a:schemeClr val="dk1"/>
                </a:solidFill>
                <a:effectLst/>
                <a:uFillTx/>
                <a:latin typeface="Calibri"/>
                <a:ea typeface="Calibri"/>
              </a:rPr>
              <a:t>Issue:</a:t>
            </a:r>
            <a:r>
              <a:rPr b="0" lang="en-US" sz="2400" strike="noStrike" u="none">
                <a:solidFill>
                  <a:schemeClr val="dk1"/>
                </a:solidFill>
                <a:effectLst/>
                <a:uFillTx/>
                <a:latin typeface="Calibri"/>
                <a:ea typeface="Calibri"/>
              </a:rPr>
              <a:t> The FAWs associated with this error failed to confirm if the telephonic signature was accepted before completing the action. The failure could be for a variety of reasons, from technical failures to poor work quality. Guidance is clear on how to obtain and confirm telephonic signatures.</a:t>
            </a:r>
            <a:endParaRPr b="0" lang="en-US" sz="2400" strike="noStrike" u="none">
              <a:solidFill>
                <a:schemeClr val="dk1"/>
              </a:solidFill>
              <a:effectLst/>
              <a:uFillTx/>
              <a:latin typeface="Calibri"/>
            </a:endParaRPr>
          </a:p>
          <a:p>
            <a:pPr marL="457200" indent="0" defTabSz="914400">
              <a:lnSpc>
                <a:spcPct val="100000"/>
              </a:lnSpc>
              <a:spcBef>
                <a:spcPts val="479"/>
              </a:spcBef>
              <a:buNone/>
              <a:tabLst>
                <a:tab algn="l" pos="0"/>
              </a:tabLst>
            </a:pPr>
            <a:r>
              <a:rPr b="1" lang="en-US" sz="2400" strike="noStrike" u="none">
                <a:solidFill>
                  <a:schemeClr val="dk1"/>
                </a:solidFill>
                <a:effectLst/>
                <a:uFillTx/>
                <a:latin typeface="Calibri"/>
                <a:ea typeface="Calibri"/>
              </a:rPr>
              <a:t>Suggestion(s):</a:t>
            </a:r>
            <a:endParaRPr b="0" lang="en-US" sz="2400" strike="noStrike" u="none">
              <a:solidFill>
                <a:schemeClr val="dk1"/>
              </a:solidFill>
              <a:effectLst/>
              <a:uFillTx/>
              <a:latin typeface="Calibri"/>
            </a:endParaRPr>
          </a:p>
          <a:p>
            <a:pPr lvl="1" marL="971640" indent="-514440" defTabSz="914400">
              <a:lnSpc>
                <a:spcPct val="100000"/>
              </a:lnSpc>
              <a:spcBef>
                <a:spcPts val="479"/>
              </a:spcBef>
              <a:buClr>
                <a:srgbClr val="063755"/>
              </a:buClr>
              <a:buFont typeface="Courier New"/>
              <a:buAutoNum type="arabicPeriod"/>
              <a:tabLst>
                <a:tab algn="l" pos="0"/>
              </a:tabLst>
            </a:pPr>
            <a:r>
              <a:rPr b="1" lang="en-US" sz="2400" strike="noStrike" u="none">
                <a:solidFill>
                  <a:schemeClr val="dk1"/>
                </a:solidFill>
                <a:effectLst/>
                <a:uFillTx/>
                <a:latin typeface="Calibri"/>
                <a:ea typeface="Calibri"/>
              </a:rPr>
              <a:t>Reminder </a:t>
            </a:r>
            <a:r>
              <a:rPr b="0" lang="en-US" sz="2400" strike="noStrike" u="none">
                <a:solidFill>
                  <a:schemeClr val="dk1"/>
                </a:solidFill>
                <a:effectLst/>
                <a:uFillTx/>
                <a:latin typeface="Calibri"/>
                <a:ea typeface="Calibri"/>
              </a:rPr>
              <a:t>on how to check telephonic signatures.</a:t>
            </a:r>
            <a:endParaRPr b="0" lang="en-US" sz="2400" strike="noStrike" u="none">
              <a:solidFill>
                <a:schemeClr val="dk1"/>
              </a:solidFill>
              <a:effectLst/>
              <a:uFillTx/>
              <a:latin typeface="Calibri"/>
            </a:endParaRPr>
          </a:p>
          <a:p>
            <a:pPr lvl="1" marL="971640" indent="-514440" defTabSz="914400">
              <a:lnSpc>
                <a:spcPct val="100000"/>
              </a:lnSpc>
              <a:spcBef>
                <a:spcPts val="479"/>
              </a:spcBef>
              <a:buClr>
                <a:srgbClr val="063755"/>
              </a:buClr>
              <a:buFont typeface="Courier New"/>
              <a:buAutoNum type="arabicPeriod"/>
              <a:tabLst>
                <a:tab algn="l" pos="0"/>
              </a:tabLst>
            </a:pPr>
            <a:r>
              <a:rPr b="1" lang="en-US" sz="2400" strike="noStrike" u="none">
                <a:solidFill>
                  <a:schemeClr val="dk1"/>
                </a:solidFill>
                <a:effectLst/>
                <a:uFillTx/>
                <a:latin typeface="Calibri"/>
                <a:ea typeface="Calibri"/>
              </a:rPr>
              <a:t>Identify frequent offenders </a:t>
            </a:r>
            <a:r>
              <a:rPr b="0" lang="en-US" sz="2400" strike="noStrike" u="none">
                <a:solidFill>
                  <a:schemeClr val="dk1"/>
                </a:solidFill>
                <a:effectLst/>
                <a:uFillTx/>
                <a:latin typeface="Calibri"/>
                <a:ea typeface="Calibri"/>
              </a:rPr>
              <a:t>for targeted retraining.</a:t>
            </a:r>
            <a:endParaRPr b="0" lang="en-US" sz="2400" strike="noStrike" u="none">
              <a:solidFill>
                <a:schemeClr val="dk1"/>
              </a:solidFill>
              <a:effectLst/>
              <a:uFillTx/>
              <a:latin typeface="Calibri"/>
            </a:endParaRPr>
          </a:p>
          <a:p>
            <a:pPr indent="0" defTabSz="914400">
              <a:lnSpc>
                <a:spcPct val="100000"/>
              </a:lnSpc>
              <a:spcBef>
                <a:spcPts val="479"/>
              </a:spcBef>
              <a:buNone/>
              <a:tabLst>
                <a:tab algn="l" pos="0"/>
              </a:tabLst>
            </a:pPr>
            <a:endParaRPr b="0" lang="en-US" sz="2400" strike="noStrike" u="none">
              <a:solidFill>
                <a:schemeClr val="dk1"/>
              </a:solidFill>
              <a:effectLst/>
              <a:uFillTx/>
              <a:latin typeface="Calibri"/>
            </a:endParaRPr>
          </a:p>
          <a:p>
            <a:pPr indent="0" defTabSz="914400">
              <a:lnSpc>
                <a:spcPct val="100000"/>
              </a:lnSpc>
              <a:spcBef>
                <a:spcPts val="561"/>
              </a:spcBef>
              <a:buNone/>
              <a:tabLst>
                <a:tab algn="l" pos="0"/>
              </a:tabLst>
            </a:pPr>
            <a:endParaRPr b="0" lang="en-US" sz="2800" strike="noStrike" u="none">
              <a:solidFill>
                <a:schemeClr val="dk1"/>
              </a:solidFill>
              <a:effectLst/>
              <a:uFillTx/>
              <a:latin typeface="Calibri"/>
            </a:endParaRPr>
          </a:p>
        </p:txBody>
      </p:sp>
      <p:sp>
        <p:nvSpPr>
          <p:cNvPr id="4" name="PlaceHolder 3"/>
          <p:cNvSpPr>
            <a:spLocks noGrp="1"/>
          </p:cNvSpPr>
          <p:nvPr>
            <p:ph type="sldNum" idx="1"/>
          </p:nvPr>
        </p:nvSpPr>
        <p:spPr/>
        <p:txBody>
          <a:bodyPr/>
          <a:p>
            <a:fld id="{6B61DF2F-EE3B-46AC-853C-A3111F6E7729}" type="slidenum">
              <a:t>4</a:t>
            </a:fld>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p:nvPr>
        </p:nvSpPr>
        <p:spPr>
          <a:xfrm>
            <a:off x="152280" y="3415680"/>
            <a:ext cx="761760" cy="914040"/>
          </a:xfrm>
          <a:prstGeom prst="rect">
            <a:avLst/>
          </a:prstGeom>
          <a:noFill/>
          <a:ln w="0">
            <a:noFill/>
          </a:ln>
        </p:spPr>
        <p:txBody>
          <a:bodyPr lIns="0" rIns="0" tIns="0" bIns="0" anchor="b">
            <a:noAutofit/>
          </a:bodyPr>
          <a:p>
            <a:pPr indent="0">
              <a:spcBef>
                <a:spcPts val="1417"/>
              </a:spcBef>
              <a:buNone/>
            </a:pPr>
            <a:endParaRPr b="0" lang="en-US" sz="4400" strike="noStrike" u="none">
              <a:solidFill>
                <a:schemeClr val="lt1"/>
              </a:solidFill>
              <a:effectLst/>
              <a:uFillTx/>
              <a:latin typeface="Calibri"/>
            </a:endParaRPr>
          </a:p>
        </p:txBody>
      </p:sp>
      <p:sp>
        <p:nvSpPr>
          <p:cNvPr id="93" name="PlaceHolder 2"/>
          <p:cNvSpPr>
            <a:spLocks noGrp="1"/>
          </p:cNvSpPr>
          <p:nvPr>
            <p:ph/>
          </p:nvPr>
        </p:nvSpPr>
        <p:spPr>
          <a:xfrm>
            <a:off x="914400" y="3776040"/>
            <a:ext cx="7314840" cy="553680"/>
          </a:xfrm>
          <a:prstGeom prst="rect">
            <a:avLst/>
          </a:prstGeom>
          <a:noFill/>
          <a:ln w="0">
            <a:noFill/>
          </a:ln>
        </p:spPr>
        <p:txBody>
          <a:bodyPr lIns="0" rIns="0" tIns="0" bIns="0" anchor="b">
            <a:noAutofit/>
          </a:bodyPr>
          <a:p>
            <a:pPr indent="0" defTabSz="914400">
              <a:lnSpc>
                <a:spcPct val="100000"/>
              </a:lnSpc>
              <a:spcBef>
                <a:spcPts val="720"/>
              </a:spcBef>
              <a:buNone/>
              <a:tabLst>
                <a:tab algn="l" pos="0"/>
              </a:tabLst>
            </a:pPr>
            <a:r>
              <a:rPr b="0" lang="en-US" sz="3600" strike="noStrike" u="none">
                <a:solidFill>
                  <a:schemeClr val="lt1"/>
                </a:solidFill>
                <a:effectLst/>
                <a:uFillTx/>
                <a:latin typeface="Franklin Gothic Medium"/>
              </a:rPr>
              <a:t>Recommendations</a:t>
            </a:r>
            <a:endParaRPr b="0" lang="en-US" sz="3600" strike="noStrike" u="none">
              <a:solidFill>
                <a:schemeClr val="dk1"/>
              </a:solidFill>
              <a:effectLst/>
              <a:uFillTx/>
              <a:latin typeface="Calibri"/>
            </a:endParaRPr>
          </a:p>
        </p:txBody>
      </p:sp>
      <p:sp>
        <p:nvSpPr>
          <p:cNvPr id="94" name="PlaceHolder 3"/>
          <p:cNvSpPr>
            <a:spLocks noGrp="1"/>
          </p:cNvSpPr>
          <p:nvPr>
            <p:ph type="sldNum" idx="22"/>
          </p:nvPr>
        </p:nvSpPr>
        <p:spPr>
          <a:xfrm>
            <a:off x="70102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Calibri"/>
              </a:defRPr>
            </a:lvl1pPr>
          </a:lstStyle>
          <a:p>
            <a:pPr indent="0" algn="r" defTabSz="914400">
              <a:lnSpc>
                <a:spcPct val="100000"/>
              </a:lnSpc>
              <a:buNone/>
            </a:pPr>
            <a:fld id="{03826F5D-521F-433E-B006-7D05345F57DB}" type="slidenum">
              <a:rPr b="0" lang="en-US" sz="1200" strike="noStrike" u="none">
                <a:solidFill>
                  <a:schemeClr val="dk1">
                    <a:tint val="75000"/>
                  </a:schemeClr>
                </a:solidFill>
                <a:effectLst/>
                <a:uFillTx/>
                <a:latin typeface="Calibri"/>
              </a:rPr>
              <a:t>4</a:t>
            </a:fld>
            <a:endParaRPr b="0" lang="en-US" sz="1200" strike="noStrike" u="non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rmAutofit/>
          </a:bodyPr>
          <a:p>
            <a:pPr indent="0" defTabSz="914400">
              <a:lnSpc>
                <a:spcPct val="100000"/>
              </a:lnSpc>
              <a:buNone/>
            </a:pPr>
            <a:r>
              <a:rPr b="0" lang="en-US" sz="4000" strike="noStrike" u="none">
                <a:solidFill>
                  <a:schemeClr val="dk1"/>
                </a:solidFill>
                <a:effectLst/>
                <a:uFillTx/>
                <a:latin typeface="Franklin Gothic Medium"/>
              </a:rPr>
              <a:t>Online Guide Revisions</a:t>
            </a:r>
            <a:endParaRPr b="0" lang="en-US" sz="4000" strike="noStrike" u="none">
              <a:solidFill>
                <a:schemeClr val="dk1"/>
              </a:solidFill>
              <a:effectLst/>
              <a:uFillTx/>
              <a:latin typeface="Calibri"/>
            </a:endParaRPr>
          </a:p>
        </p:txBody>
      </p:sp>
      <p:sp>
        <p:nvSpPr>
          <p:cNvPr id="96" name="PlaceHolder 2"/>
          <p:cNvSpPr>
            <a:spLocks noGrp="1"/>
          </p:cNvSpPr>
          <p:nvPr>
            <p:ph/>
          </p:nvPr>
        </p:nvSpPr>
        <p:spPr>
          <a:xfrm>
            <a:off x="457200" y="1600200"/>
            <a:ext cx="8229240" cy="5127480"/>
          </a:xfrm>
          <a:prstGeom prst="rect">
            <a:avLst/>
          </a:prstGeom>
          <a:noFill/>
          <a:ln w="0">
            <a:noFill/>
          </a:ln>
        </p:spPr>
        <p:txBody>
          <a:bodyPr lIns="91440" rIns="91440" tIns="45720" bIns="45720" anchor="t">
            <a:normAutofit/>
          </a:bodyPr>
          <a:p>
            <a:pPr marL="457200" indent="0" defTabSz="914400">
              <a:lnSpc>
                <a:spcPct val="100000"/>
              </a:lnSpc>
              <a:spcBef>
                <a:spcPts val="479"/>
              </a:spcBef>
              <a:buNone/>
              <a:tabLst>
                <a:tab algn="l" pos="0"/>
              </a:tabLst>
            </a:pPr>
            <a:r>
              <a:rPr b="1" lang="en-US" sz="2400" strike="noStrike" u="none">
                <a:solidFill>
                  <a:schemeClr val="dk1"/>
                </a:solidFill>
                <a:effectLst/>
                <a:uFillTx/>
                <a:latin typeface="Calibri"/>
                <a:ea typeface="Calibri"/>
              </a:rPr>
              <a:t>OLG Page Revisions:</a:t>
            </a:r>
            <a:endParaRPr b="0" lang="en-US" sz="2400" strike="noStrike" u="none">
              <a:solidFill>
                <a:schemeClr val="dk1"/>
              </a:solidFill>
              <a:effectLst/>
              <a:uFillTx/>
              <a:latin typeface="Calibri"/>
            </a:endParaRPr>
          </a:p>
          <a:p>
            <a:pPr lvl="1" marL="743040" indent="-285840" defTabSz="914400">
              <a:lnSpc>
                <a:spcPct val="100000"/>
              </a:lnSpc>
              <a:spcBef>
                <a:spcPts val="479"/>
              </a:spcBef>
              <a:buClr>
                <a:srgbClr val="063755"/>
              </a:buClr>
              <a:buFont typeface="Arial"/>
              <a:buChar char="•"/>
              <a:tabLst>
                <a:tab algn="l" pos="0"/>
              </a:tabLst>
            </a:pPr>
            <a:r>
              <a:rPr b="1" lang="en-US" sz="2400" strike="noStrike" u="none">
                <a:solidFill>
                  <a:schemeClr val="dk1"/>
                </a:solidFill>
                <a:effectLst/>
                <a:uFillTx/>
                <a:latin typeface="Calibri"/>
                <a:ea typeface="Calibri"/>
              </a:rPr>
              <a:t>New page for Terminated Income</a:t>
            </a:r>
            <a:r>
              <a:rPr b="0" lang="en-US" sz="2400" strike="noStrike" u="none">
                <a:solidFill>
                  <a:schemeClr val="dk1"/>
                </a:solidFill>
                <a:effectLst/>
                <a:uFillTx/>
                <a:latin typeface="Calibri"/>
                <a:ea typeface="Calibri"/>
              </a:rPr>
              <a:t> explaining policy, verifications, and showing BEACON steps.</a:t>
            </a:r>
            <a:endParaRPr b="0" lang="en-US" sz="2400" strike="noStrike" u="none">
              <a:solidFill>
                <a:schemeClr val="dk1"/>
              </a:solidFill>
              <a:effectLst/>
              <a:uFillTx/>
              <a:latin typeface="Calibri"/>
            </a:endParaRPr>
          </a:p>
          <a:p>
            <a:pPr lvl="1" marL="743040" indent="-285840" defTabSz="914400">
              <a:lnSpc>
                <a:spcPct val="100000"/>
              </a:lnSpc>
              <a:spcBef>
                <a:spcPts val="479"/>
              </a:spcBef>
              <a:buClr>
                <a:srgbClr val="063755"/>
              </a:buClr>
              <a:buFont typeface="Arial"/>
              <a:buChar char="•"/>
              <a:tabLst>
                <a:tab algn="l" pos="0"/>
              </a:tabLst>
            </a:pPr>
            <a:r>
              <a:rPr b="1" lang="en-US" sz="2400" strike="noStrike" u="none">
                <a:solidFill>
                  <a:schemeClr val="dk1"/>
                </a:solidFill>
                <a:effectLst/>
                <a:uFillTx/>
                <a:latin typeface="Calibri"/>
                <a:ea typeface="Calibri"/>
              </a:rPr>
              <a:t>New page for Deaths</a:t>
            </a:r>
            <a:r>
              <a:rPr b="0" lang="en-US" sz="2400" strike="noStrike" u="none">
                <a:solidFill>
                  <a:schemeClr val="dk1"/>
                </a:solidFill>
                <a:effectLst/>
                <a:uFillTx/>
                <a:latin typeface="Calibri"/>
                <a:ea typeface="Calibri"/>
              </a:rPr>
              <a:t> as it pertains to closing cases, policy, verifications, and procedural steps.</a:t>
            </a:r>
            <a:endParaRPr b="0" lang="en-US" sz="2400" strike="noStrike" u="none">
              <a:solidFill>
                <a:schemeClr val="dk1"/>
              </a:solidFill>
              <a:effectLst/>
              <a:uFillTx/>
              <a:latin typeface="Calibri"/>
            </a:endParaRPr>
          </a:p>
          <a:p>
            <a:pPr lvl="1" marL="743040" indent="-285840" defTabSz="914400">
              <a:lnSpc>
                <a:spcPct val="100000"/>
              </a:lnSpc>
              <a:spcBef>
                <a:spcPts val="479"/>
              </a:spcBef>
              <a:buClr>
                <a:srgbClr val="063755"/>
              </a:buClr>
              <a:buFont typeface="Arial"/>
              <a:buChar char="•"/>
              <a:tabLst>
                <a:tab algn="l" pos="0"/>
              </a:tabLst>
            </a:pPr>
            <a:r>
              <a:rPr b="1" lang="en-US" sz="2400" strike="noStrike" u="none">
                <a:solidFill>
                  <a:schemeClr val="dk1"/>
                </a:solidFill>
                <a:effectLst/>
                <a:uFillTx/>
                <a:latin typeface="Calibri"/>
                <a:ea typeface="Calibri"/>
              </a:rPr>
              <a:t>Update to the SNAP Entering, Changing and Ending Earned Income in BEACON</a:t>
            </a:r>
            <a:r>
              <a:rPr b="0" lang="en-US" sz="2400" strike="noStrike" u="none">
                <a:solidFill>
                  <a:schemeClr val="dk1"/>
                </a:solidFill>
                <a:effectLst/>
                <a:uFillTx/>
                <a:latin typeface="Calibri"/>
                <a:ea typeface="Calibri"/>
              </a:rPr>
              <a:t> page to include what to do with an atypical pay stub. </a:t>
            </a:r>
            <a:endParaRPr b="0" lang="en-US" sz="2400" strike="noStrike" u="none">
              <a:solidFill>
                <a:schemeClr val="dk1"/>
              </a:solidFill>
              <a:effectLst/>
              <a:uFillTx/>
              <a:latin typeface="Calibri"/>
            </a:endParaRPr>
          </a:p>
          <a:p>
            <a:pPr lvl="1" marL="743040" indent="-285840" defTabSz="914400">
              <a:lnSpc>
                <a:spcPct val="100000"/>
              </a:lnSpc>
              <a:spcBef>
                <a:spcPts val="479"/>
              </a:spcBef>
              <a:buClr>
                <a:srgbClr val="063755"/>
              </a:buClr>
              <a:buFont typeface="Arial"/>
              <a:buChar char="•"/>
              <a:tabLst>
                <a:tab algn="l" pos="0"/>
              </a:tabLst>
            </a:pPr>
            <a:r>
              <a:rPr b="1" lang="en-US" sz="2400" strike="noStrike" u="none">
                <a:solidFill>
                  <a:schemeClr val="dk1"/>
                </a:solidFill>
                <a:effectLst/>
                <a:uFillTx/>
                <a:latin typeface="Calibri"/>
                <a:ea typeface="Calibri"/>
              </a:rPr>
              <a:t>Update SUA-related pages</a:t>
            </a:r>
            <a:r>
              <a:rPr b="0" lang="en-US" sz="2400" strike="noStrike" u="none">
                <a:solidFill>
                  <a:schemeClr val="dk1"/>
                </a:solidFill>
                <a:effectLst/>
                <a:uFillTx/>
                <a:latin typeface="Calibri"/>
                <a:ea typeface="Calibri"/>
              </a:rPr>
              <a:t> telephonic self-declaration instructions and clarity on what to do when the written statement is corrected by a verbal statement.</a:t>
            </a:r>
            <a:endParaRPr b="0" lang="en-US" sz="2400" strike="noStrike" u="none">
              <a:solidFill>
                <a:schemeClr val="dk1"/>
              </a:solidFill>
              <a:effectLst/>
              <a:uFillTx/>
              <a:latin typeface="Calibri"/>
            </a:endParaRPr>
          </a:p>
          <a:p>
            <a:pPr marL="457200" indent="0" defTabSz="914400">
              <a:lnSpc>
                <a:spcPct val="100000"/>
              </a:lnSpc>
              <a:spcBef>
                <a:spcPts val="479"/>
              </a:spcBef>
              <a:buNone/>
              <a:tabLst>
                <a:tab algn="l" pos="0"/>
              </a:tabLst>
            </a:pPr>
            <a:endParaRPr b="0" lang="en-US" sz="2400" strike="noStrike" u="none">
              <a:solidFill>
                <a:schemeClr val="dk1"/>
              </a:solidFill>
              <a:effectLst/>
              <a:uFillTx/>
              <a:latin typeface="Calibri"/>
            </a:endParaRPr>
          </a:p>
          <a:p>
            <a:pPr indent="0" defTabSz="914400">
              <a:lnSpc>
                <a:spcPct val="100000"/>
              </a:lnSpc>
              <a:spcBef>
                <a:spcPts val="479"/>
              </a:spcBef>
              <a:buNone/>
              <a:tabLst>
                <a:tab algn="l" pos="0"/>
              </a:tabLst>
            </a:pPr>
            <a:endParaRPr b="0" lang="en-US" sz="2400" strike="noStrike" u="none">
              <a:solidFill>
                <a:schemeClr val="dk1"/>
              </a:solidFill>
              <a:effectLst/>
              <a:uFillTx/>
              <a:latin typeface="Calibri"/>
            </a:endParaRPr>
          </a:p>
          <a:p>
            <a:pPr indent="0" defTabSz="914400">
              <a:lnSpc>
                <a:spcPct val="100000"/>
              </a:lnSpc>
              <a:spcBef>
                <a:spcPts val="561"/>
              </a:spcBef>
              <a:buNone/>
              <a:tabLst>
                <a:tab algn="l" pos="0"/>
              </a:tabLst>
            </a:pPr>
            <a:endParaRPr b="0" lang="en-US" sz="2800" strike="noStrike" u="none">
              <a:solidFill>
                <a:schemeClr val="dk1"/>
              </a:solidFill>
              <a:effectLst/>
              <a:uFillTx/>
              <a:latin typeface="Calibri"/>
            </a:endParaRPr>
          </a:p>
        </p:txBody>
      </p:sp>
      <p:sp>
        <p:nvSpPr>
          <p:cNvPr id="4" name="PlaceHolder 3"/>
          <p:cNvSpPr>
            <a:spLocks noGrp="1"/>
          </p:cNvSpPr>
          <p:nvPr>
            <p:ph type="sldNum" idx="1"/>
          </p:nvPr>
        </p:nvSpPr>
        <p:spPr/>
        <p:txBody>
          <a:bodyPr/>
          <a:p>
            <a:fld id="{4558D372-3CAD-4229-87A9-10747781BCE2}" type="slidenum">
              <a:t>6</a:t>
            </a:fld>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rmAutofit/>
          </a:bodyPr>
          <a:p>
            <a:pPr indent="0" defTabSz="914400">
              <a:lnSpc>
                <a:spcPct val="100000"/>
              </a:lnSpc>
              <a:buNone/>
            </a:pPr>
            <a:r>
              <a:rPr b="0" lang="en-US" sz="4000" strike="noStrike" u="none">
                <a:solidFill>
                  <a:srgbClr val="063755"/>
                </a:solidFill>
                <a:effectLst/>
                <a:uFillTx/>
                <a:latin typeface="Franklin Gothic Medium"/>
                <a:ea typeface="Calibri"/>
              </a:rPr>
              <a:t>Online Guide Revisions (cont'd)</a:t>
            </a:r>
            <a:endParaRPr b="0" lang="en-US" sz="4000" strike="noStrike" u="none">
              <a:solidFill>
                <a:schemeClr val="dk1"/>
              </a:solidFill>
              <a:effectLst/>
              <a:uFillTx/>
              <a:latin typeface="Calibri"/>
            </a:endParaRPr>
          </a:p>
        </p:txBody>
      </p:sp>
      <p:sp>
        <p:nvSpPr>
          <p:cNvPr id="98" name="PlaceHolder 2"/>
          <p:cNvSpPr>
            <a:spLocks noGrp="1"/>
          </p:cNvSpPr>
          <p:nvPr>
            <p:ph/>
          </p:nvPr>
        </p:nvSpPr>
        <p:spPr>
          <a:xfrm>
            <a:off x="457200" y="1600200"/>
            <a:ext cx="8229240" cy="5127480"/>
          </a:xfrm>
          <a:prstGeom prst="rect">
            <a:avLst/>
          </a:prstGeom>
          <a:noFill/>
          <a:ln w="0">
            <a:noFill/>
          </a:ln>
        </p:spPr>
        <p:txBody>
          <a:bodyPr lIns="91440" rIns="91440" tIns="45720" bIns="45720" anchor="t">
            <a:normAutofit/>
          </a:bodyPr>
          <a:p>
            <a:pPr lvl="1" marL="743040" indent="-285840" defTabSz="914400">
              <a:lnSpc>
                <a:spcPct val="100000"/>
              </a:lnSpc>
              <a:spcBef>
                <a:spcPts val="479"/>
              </a:spcBef>
              <a:buClr>
                <a:srgbClr val="063755"/>
              </a:buClr>
              <a:buFont typeface="Arial"/>
              <a:buChar char="•"/>
            </a:pPr>
            <a:r>
              <a:rPr b="1" lang="en-US" sz="2400" strike="noStrike" u="none">
                <a:solidFill>
                  <a:schemeClr val="dk1"/>
                </a:solidFill>
                <a:effectLst/>
                <a:uFillTx/>
                <a:latin typeface="Calibri"/>
                <a:ea typeface="Calibri"/>
              </a:rPr>
              <a:t>Update Conducting Cold Calls and related pages </a:t>
            </a:r>
            <a:r>
              <a:rPr b="0" lang="en-US" sz="2400" strike="noStrike" u="none">
                <a:solidFill>
                  <a:schemeClr val="dk1"/>
                </a:solidFill>
                <a:effectLst/>
                <a:uFillTx/>
                <a:latin typeface="Calibri"/>
                <a:ea typeface="Calibri"/>
              </a:rPr>
              <a:t>to emphasize radio button </a:t>
            </a:r>
            <a:endParaRPr b="0" lang="en-US" sz="2400" strike="noStrike" u="none">
              <a:solidFill>
                <a:schemeClr val="dk1"/>
              </a:solidFill>
              <a:effectLst/>
              <a:uFillTx/>
              <a:latin typeface="Calibri"/>
            </a:endParaRPr>
          </a:p>
          <a:p>
            <a:pPr lvl="1" marL="743040" indent="-285840" defTabSz="914400">
              <a:lnSpc>
                <a:spcPct val="100000"/>
              </a:lnSpc>
              <a:spcBef>
                <a:spcPts val="479"/>
              </a:spcBef>
              <a:buClr>
                <a:srgbClr val="063755"/>
              </a:buClr>
              <a:buFont typeface="Arial"/>
              <a:buChar char="•"/>
            </a:pPr>
            <a:r>
              <a:rPr b="1" lang="en-US" sz="2400" strike="noStrike" u="none">
                <a:solidFill>
                  <a:schemeClr val="dk1"/>
                </a:solidFill>
                <a:effectLst/>
                <a:uFillTx/>
                <a:latin typeface="Calibri"/>
                <a:ea typeface="Calibri"/>
              </a:rPr>
              <a:t>Update Renter, Roomer, and Boarder Income </a:t>
            </a:r>
            <a:r>
              <a:rPr b="0" lang="en-US" sz="2400" strike="noStrike" u="none">
                <a:solidFill>
                  <a:schemeClr val="dk1"/>
                </a:solidFill>
                <a:effectLst/>
                <a:uFillTx/>
                <a:latin typeface="Calibri"/>
                <a:ea typeface="Calibri"/>
              </a:rPr>
              <a:t>page to show BEACON steps</a:t>
            </a:r>
            <a:endParaRPr b="0" lang="en-US" sz="2400" strike="noStrike" u="none">
              <a:solidFill>
                <a:schemeClr val="dk1"/>
              </a:solidFill>
              <a:effectLst/>
              <a:uFillTx/>
              <a:latin typeface="Calibri"/>
            </a:endParaRPr>
          </a:p>
          <a:p>
            <a:pPr lvl="1" marL="743040" indent="-285840" defTabSz="914400">
              <a:lnSpc>
                <a:spcPct val="100000"/>
              </a:lnSpc>
              <a:spcBef>
                <a:spcPts val="479"/>
              </a:spcBef>
              <a:buClr>
                <a:srgbClr val="063755"/>
              </a:buClr>
              <a:buFont typeface="Arial"/>
              <a:buChar char="•"/>
            </a:pPr>
            <a:r>
              <a:rPr b="1" lang="en-US" sz="2400" strike="noStrike" u="none">
                <a:solidFill>
                  <a:schemeClr val="dk1"/>
                </a:solidFill>
                <a:effectLst/>
                <a:uFillTx/>
                <a:latin typeface="Calibri"/>
                <a:ea typeface="Calibri"/>
              </a:rPr>
              <a:t>Update Self-Employment </a:t>
            </a:r>
            <a:r>
              <a:rPr b="0" lang="en-US" sz="2400" strike="noStrike" u="none">
                <a:solidFill>
                  <a:schemeClr val="dk1"/>
                </a:solidFill>
                <a:effectLst/>
                <a:uFillTx/>
                <a:latin typeface="Calibri"/>
                <a:ea typeface="Calibri"/>
              </a:rPr>
              <a:t>page to clarify self-declaration rules for self-employment, duplicate expenses</a:t>
            </a:r>
            <a:endParaRPr b="0" lang="en-US" sz="2400" strike="noStrike" u="none">
              <a:solidFill>
                <a:schemeClr val="dk1"/>
              </a:solidFill>
              <a:effectLst/>
              <a:uFillTx/>
              <a:latin typeface="Calibri"/>
            </a:endParaRPr>
          </a:p>
          <a:p>
            <a:pPr lvl="1" marL="743040" indent="-285840" defTabSz="914400">
              <a:lnSpc>
                <a:spcPct val="100000"/>
              </a:lnSpc>
              <a:spcBef>
                <a:spcPts val="479"/>
              </a:spcBef>
              <a:buClr>
                <a:srgbClr val="063755"/>
              </a:buClr>
              <a:buFont typeface="Arial,Sans-Serif"/>
              <a:buChar char="•"/>
            </a:pPr>
            <a:r>
              <a:rPr b="1" lang="en-US" sz="2400" strike="noStrike" u="none">
                <a:solidFill>
                  <a:schemeClr val="dk1"/>
                </a:solidFill>
                <a:effectLst/>
                <a:uFillTx/>
                <a:latin typeface="Calibri"/>
                <a:ea typeface="Calibri"/>
              </a:rPr>
              <a:t>Update to SAVE page </a:t>
            </a:r>
            <a:r>
              <a:rPr b="0" lang="en-US" sz="2400" strike="noStrike" u="none">
                <a:solidFill>
                  <a:schemeClr val="dk1"/>
                </a:solidFill>
                <a:effectLst/>
                <a:uFillTx/>
                <a:latin typeface="Calibri"/>
                <a:ea typeface="Calibri"/>
              </a:rPr>
              <a:t>clarifying not to use pending SAVE.</a:t>
            </a:r>
            <a:endParaRPr b="0" lang="en-US" sz="2400" strike="noStrike" u="none">
              <a:solidFill>
                <a:schemeClr val="dk1"/>
              </a:solidFill>
              <a:effectLst/>
              <a:uFillTx/>
              <a:latin typeface="Calibri"/>
            </a:endParaRPr>
          </a:p>
          <a:p>
            <a:pPr lvl="1" marL="743040" indent="-285840" defTabSz="914400">
              <a:lnSpc>
                <a:spcPct val="100000"/>
              </a:lnSpc>
              <a:spcBef>
                <a:spcPts val="479"/>
              </a:spcBef>
              <a:buClr>
                <a:srgbClr val="063755"/>
              </a:buClr>
              <a:buFont typeface="Arial"/>
              <a:buChar char="•"/>
            </a:pPr>
            <a:r>
              <a:rPr b="1" lang="en-US" sz="2400" strike="noStrike" u="none">
                <a:solidFill>
                  <a:schemeClr val="dk1"/>
                </a:solidFill>
                <a:effectLst/>
                <a:uFillTx/>
                <a:latin typeface="Calibri"/>
                <a:ea typeface="Calibri"/>
              </a:rPr>
              <a:t>Update Assisting Persons </a:t>
            </a:r>
            <a:r>
              <a:rPr b="0" lang="en-US" sz="2400" strike="noStrike" u="none">
                <a:solidFill>
                  <a:schemeClr val="dk1"/>
                </a:solidFill>
                <a:effectLst/>
                <a:uFillTx/>
                <a:latin typeface="Calibri"/>
                <a:ea typeface="Calibri"/>
              </a:rPr>
              <a:t>pages to add a note that a separate entry must be made for assisting persons with multiple roles.</a:t>
            </a:r>
            <a:endParaRPr b="0" lang="en-US" sz="2400" strike="noStrike" u="none">
              <a:solidFill>
                <a:schemeClr val="dk1"/>
              </a:solidFill>
              <a:effectLst/>
              <a:uFillTx/>
              <a:latin typeface="Calibri"/>
            </a:endParaRPr>
          </a:p>
          <a:p>
            <a:pPr indent="0" defTabSz="914400">
              <a:lnSpc>
                <a:spcPct val="100000"/>
              </a:lnSpc>
              <a:spcBef>
                <a:spcPts val="479"/>
              </a:spcBef>
              <a:buNone/>
            </a:pPr>
            <a:endParaRPr b="0" lang="en-US" sz="2400" strike="noStrike" u="none">
              <a:solidFill>
                <a:schemeClr val="dk1"/>
              </a:solidFill>
              <a:effectLst/>
              <a:uFillTx/>
              <a:latin typeface="Calibri"/>
            </a:endParaRPr>
          </a:p>
          <a:p>
            <a:pPr marL="457200" indent="0" defTabSz="914400">
              <a:lnSpc>
                <a:spcPct val="100000"/>
              </a:lnSpc>
              <a:spcBef>
                <a:spcPts val="479"/>
              </a:spcBef>
              <a:buNone/>
              <a:tabLst>
                <a:tab algn="l" pos="0"/>
              </a:tabLst>
            </a:pPr>
            <a:endParaRPr b="0" lang="en-US" sz="2400" strike="noStrike" u="none">
              <a:solidFill>
                <a:schemeClr val="dk1"/>
              </a:solidFill>
              <a:effectLst/>
              <a:uFillTx/>
              <a:latin typeface="Calibri"/>
            </a:endParaRPr>
          </a:p>
          <a:p>
            <a:pPr marL="457200" indent="0" defTabSz="914400">
              <a:lnSpc>
                <a:spcPct val="100000"/>
              </a:lnSpc>
              <a:spcBef>
                <a:spcPts val="479"/>
              </a:spcBef>
              <a:buNone/>
              <a:tabLst>
                <a:tab algn="l" pos="0"/>
              </a:tabLst>
            </a:pPr>
            <a:endParaRPr b="0" lang="en-US" sz="2400" strike="noStrike" u="none">
              <a:solidFill>
                <a:schemeClr val="dk1"/>
              </a:solidFill>
              <a:effectLst/>
              <a:uFillTx/>
              <a:latin typeface="Calibri"/>
            </a:endParaRPr>
          </a:p>
          <a:p>
            <a:pPr indent="0" defTabSz="914400">
              <a:lnSpc>
                <a:spcPct val="100000"/>
              </a:lnSpc>
              <a:spcBef>
                <a:spcPts val="479"/>
              </a:spcBef>
              <a:buNone/>
              <a:tabLst>
                <a:tab algn="l" pos="0"/>
              </a:tabLst>
            </a:pPr>
            <a:endParaRPr b="0" lang="en-US" sz="2400" strike="noStrike" u="none">
              <a:solidFill>
                <a:schemeClr val="dk1"/>
              </a:solidFill>
              <a:effectLst/>
              <a:uFillTx/>
              <a:latin typeface="Calibri"/>
            </a:endParaRPr>
          </a:p>
          <a:p>
            <a:pPr indent="0" defTabSz="914400">
              <a:lnSpc>
                <a:spcPct val="100000"/>
              </a:lnSpc>
              <a:spcBef>
                <a:spcPts val="561"/>
              </a:spcBef>
              <a:buNone/>
              <a:tabLst>
                <a:tab algn="l" pos="0"/>
              </a:tabLst>
            </a:pPr>
            <a:endParaRPr b="0" lang="en-US" sz="2800" strike="noStrike" u="none">
              <a:solidFill>
                <a:schemeClr val="dk1"/>
              </a:solidFill>
              <a:effectLst/>
              <a:uFillTx/>
              <a:latin typeface="Calibri"/>
            </a:endParaRPr>
          </a:p>
        </p:txBody>
      </p:sp>
      <p:sp>
        <p:nvSpPr>
          <p:cNvPr id="4" name="PlaceHolder 3"/>
          <p:cNvSpPr>
            <a:spLocks noGrp="1"/>
          </p:cNvSpPr>
          <p:nvPr>
            <p:ph type="sldNum" idx="1"/>
          </p:nvPr>
        </p:nvSpPr>
        <p:spPr/>
        <p:txBody>
          <a:bodyPr/>
          <a:p>
            <a:fld id="{47BDB3DF-D883-4AF0-8F56-7CFB93437044}" type="slidenum">
              <a:t>7</a:t>
            </a:fld>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defTabSz="914400">
              <a:lnSpc>
                <a:spcPct val="100000"/>
              </a:lnSpc>
              <a:buNone/>
            </a:pPr>
            <a:r>
              <a:rPr b="0" lang="en-US" sz="4400" strike="noStrike" u="none">
                <a:solidFill>
                  <a:schemeClr val="dk1"/>
                </a:solidFill>
                <a:effectLst/>
                <a:uFillTx/>
                <a:latin typeface="Franklin Gothic Medium"/>
              </a:rPr>
              <a:t>Conclusion</a:t>
            </a:r>
            <a:endParaRPr b="0" lang="en-US" sz="4400" strike="noStrike" u="none">
              <a:solidFill>
                <a:schemeClr val="dk1"/>
              </a:solidFill>
              <a:effectLst/>
              <a:uFillTx/>
              <a:latin typeface="Calibri"/>
            </a:endParaRPr>
          </a:p>
        </p:txBody>
      </p:sp>
      <p:sp>
        <p:nvSpPr>
          <p:cNvPr id="100" name="PlaceHolder 2"/>
          <p:cNvSpPr>
            <a:spLocks noGrp="1"/>
          </p:cNvSpPr>
          <p:nvPr>
            <p:ph/>
          </p:nvPr>
        </p:nvSpPr>
        <p:spPr>
          <a:xfrm>
            <a:off x="457200" y="1600200"/>
            <a:ext cx="8229240" cy="4525560"/>
          </a:xfrm>
          <a:prstGeom prst="rect">
            <a:avLst/>
          </a:prstGeom>
          <a:noFill/>
          <a:ln w="0">
            <a:noFill/>
          </a:ln>
        </p:spPr>
        <p:txBody>
          <a:bodyPr lIns="91440" rIns="91440" tIns="45720" bIns="45720" anchor="t">
            <a:normAutofit/>
          </a:bodyPr>
          <a:p>
            <a:pPr marL="343080" indent="-343080" defTabSz="914400">
              <a:lnSpc>
                <a:spcPct val="100000"/>
              </a:lnSpc>
              <a:spcBef>
                <a:spcPts val="641"/>
              </a:spcBef>
              <a:buClr>
                <a:srgbClr val="063755"/>
              </a:buClr>
              <a:buFont typeface="Arial"/>
              <a:buChar char="•"/>
            </a:pPr>
            <a:r>
              <a:rPr b="0" lang="en-US" sz="3200" strike="noStrike" u="none">
                <a:solidFill>
                  <a:schemeClr val="dk1"/>
                </a:solidFill>
                <a:effectLst/>
                <a:uFillTx/>
                <a:latin typeface="Calibri"/>
                <a:ea typeface="Calibri"/>
              </a:rPr>
              <a:t>71% of QI errors were procedural.</a:t>
            </a:r>
            <a:endParaRPr b="0" lang="en-US" sz="3200" strike="noStrike" u="none">
              <a:solidFill>
                <a:schemeClr val="dk1"/>
              </a:solidFill>
              <a:effectLst/>
              <a:uFillTx/>
              <a:latin typeface="Calibri"/>
            </a:endParaRPr>
          </a:p>
          <a:p>
            <a:pPr marL="343080" indent="-343080" defTabSz="914400">
              <a:lnSpc>
                <a:spcPct val="100000"/>
              </a:lnSpc>
              <a:spcBef>
                <a:spcPts val="641"/>
              </a:spcBef>
              <a:buClr>
                <a:srgbClr val="063755"/>
              </a:buClr>
              <a:buFont typeface="Arial"/>
              <a:buChar char="•"/>
            </a:pPr>
            <a:r>
              <a:rPr b="0" lang="en-US" sz="3200" strike="noStrike" u="none">
                <a:solidFill>
                  <a:schemeClr val="dk1"/>
                </a:solidFill>
                <a:effectLst/>
                <a:uFillTx/>
                <a:latin typeface="Calibri"/>
                <a:ea typeface="Calibri"/>
              </a:rPr>
              <a:t>OLG is go-to source of guidance, but is heavily policy-focused.</a:t>
            </a:r>
            <a:endParaRPr b="0" lang="en-US" sz="3200" strike="noStrike" u="none">
              <a:solidFill>
                <a:schemeClr val="dk1"/>
              </a:solidFill>
              <a:effectLst/>
              <a:uFillTx/>
              <a:latin typeface="Calibri"/>
            </a:endParaRPr>
          </a:p>
          <a:p>
            <a:pPr marL="343080" indent="-343080" defTabSz="914400">
              <a:lnSpc>
                <a:spcPct val="100000"/>
              </a:lnSpc>
              <a:spcBef>
                <a:spcPts val="641"/>
              </a:spcBef>
              <a:buClr>
                <a:srgbClr val="063755"/>
              </a:buClr>
              <a:buFont typeface="Arial"/>
              <a:buChar char="•"/>
            </a:pPr>
            <a:r>
              <a:rPr b="0" lang="en-US" sz="3200" strike="noStrike" u="none">
                <a:solidFill>
                  <a:schemeClr val="dk1"/>
                </a:solidFill>
                <a:effectLst/>
                <a:uFillTx/>
                <a:latin typeface="Calibri"/>
                <a:ea typeface="Calibri"/>
              </a:rPr>
              <a:t>More emphasis is needed on procedures – BEACON steps, verifications, scenarios, etc.</a:t>
            </a:r>
            <a:endParaRPr b="0" lang="en-US" sz="3200" strike="noStrike" u="none">
              <a:solidFill>
                <a:schemeClr val="dk1"/>
              </a:solidFill>
              <a:effectLst/>
              <a:uFillTx/>
              <a:latin typeface="Calibri"/>
            </a:endParaRPr>
          </a:p>
          <a:p>
            <a:pPr marL="343080" indent="-343080" defTabSz="914400">
              <a:lnSpc>
                <a:spcPct val="100000"/>
              </a:lnSpc>
              <a:spcBef>
                <a:spcPts val="641"/>
              </a:spcBef>
              <a:buClr>
                <a:srgbClr val="063755"/>
              </a:buClr>
              <a:buFont typeface="Arial"/>
              <a:buChar char="•"/>
            </a:pPr>
            <a:r>
              <a:rPr b="0" lang="en-US" sz="3200" strike="noStrike" u="none">
                <a:solidFill>
                  <a:schemeClr val="dk1"/>
                </a:solidFill>
                <a:effectLst/>
                <a:uFillTx/>
                <a:latin typeface="Calibri"/>
                <a:ea typeface="Calibri"/>
              </a:rPr>
              <a:t>BOAs are perfect for addressing these inconsistencies or inadequacies.</a:t>
            </a:r>
            <a:endParaRPr b="0" lang="en-US" sz="3200" strike="noStrike" u="none">
              <a:solidFill>
                <a:schemeClr val="dk1"/>
              </a:solidFill>
              <a:effectLst/>
              <a:uFillTx/>
              <a:latin typeface="Calibri"/>
            </a:endParaRPr>
          </a:p>
          <a:p>
            <a:pPr indent="0" defTabSz="914400">
              <a:lnSpc>
                <a:spcPct val="100000"/>
              </a:lnSpc>
              <a:spcBef>
                <a:spcPts val="641"/>
              </a:spcBef>
              <a:buNone/>
            </a:pPr>
            <a:endParaRPr b="0" lang="en-US" sz="3200" strike="noStrike" u="none">
              <a:solidFill>
                <a:schemeClr val="dk1"/>
              </a:solidFill>
              <a:effectLst/>
              <a:uFillTx/>
              <a:latin typeface="Calibri"/>
            </a:endParaRPr>
          </a:p>
        </p:txBody>
      </p:sp>
      <p:sp>
        <p:nvSpPr>
          <p:cNvPr id="4" name="PlaceHolder 3"/>
          <p:cNvSpPr>
            <a:spLocks noGrp="1"/>
          </p:cNvSpPr>
          <p:nvPr>
            <p:ph type="sldNum" idx="1"/>
          </p:nvPr>
        </p:nvSpPr>
        <p:spPr/>
        <p:txBody>
          <a:bodyPr/>
          <a:p>
            <a:fld id="{E91CF4B5-B0E9-49DE-8ACF-53B7C5E66F3F}" type="slidenum">
              <a:t>8</a:t>
            </a:fld>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1_DTA Branded Powerpoint 2">
  <a:themeElements>
    <a:clrScheme name="Custom 2">
      <a:dk1>
        <a:srgbClr val="063755"/>
      </a:dk1>
      <a:lt1>
        <a:srgbClr val="ffffff"/>
      </a:lt1>
      <a:dk2>
        <a:srgbClr val="f6ba16"/>
      </a:dk2>
      <a:lt2>
        <a:srgbClr val="d9d9d9"/>
      </a:lt2>
      <a:accent1>
        <a:srgbClr val="166b9d"/>
      </a:accent1>
      <a:accent2>
        <a:srgbClr val="009876"/>
      </a:accent2>
      <a:accent3>
        <a:srgbClr val="ffc000"/>
      </a:accent3>
      <a:accent4>
        <a:srgbClr val="ec5a00"/>
      </a:accent4>
      <a:accent5>
        <a:srgbClr val="deedea"/>
      </a:accent5>
      <a:accent6>
        <a:srgbClr val="d9d9d9"/>
      </a:accent6>
      <a:hlink>
        <a:srgbClr val="063755"/>
      </a:hlink>
      <a:folHlink>
        <a:srgbClr val="d9d9d9"/>
      </a:folHlink>
    </a:clrScheme>
    <a:fontScheme name="DTA Branded Powerpoint Text">
      <a:majorFont>
        <a:latin typeface="Gill Sans M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p:properties xmlns:p="http://schemas.microsoft.com/office/2006/metadata/properties" xmlns:xsi="http://www.w3.org/2001/XMLSchema-instance" xmlns:pc="http://schemas.microsoft.com/office/infopath/2007/PartnerControls">
  <documentManagement>
    <DocumentCategory xmlns="2fe5b53d-84c2-4e55-aa25-77c9fc28a059">Templates</DocumentCategory>
    <TaxCatchAll xmlns="2fe5b53d-84c2-4e55-aa25-77c9fc28a059" xsi:nil="true"/>
    <lcf76f155ced4ddcb4097134ff3c332f xmlns="1a490d3e-d2a1-4cca-86ce-f017c99290dc">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0B47E0842C90D42841306073BC7805A" ma:contentTypeVersion="13" ma:contentTypeDescription="Create a new document." ma:contentTypeScope="" ma:versionID="66edb2e414864565fefe880adbc2b382">
  <xsd:schema xmlns:xsd="http://www.w3.org/2001/XMLSchema" xmlns:xs="http://www.w3.org/2001/XMLSchema" xmlns:p="http://schemas.microsoft.com/office/2006/metadata/properties" xmlns:ns2="2fe5b53d-84c2-4e55-aa25-77c9fc28a059" xmlns:ns3="1a490d3e-d2a1-4cca-86ce-f017c99290dc" targetNamespace="http://schemas.microsoft.com/office/2006/metadata/properties" ma:root="true" ma:fieldsID="b40bf87536850a6ce7ef928a26d6cc24" ns2:_="" ns3:_="">
    <xsd:import namespace="2fe5b53d-84c2-4e55-aa25-77c9fc28a059"/>
    <xsd:import namespace="1a490d3e-d2a1-4cca-86ce-f017c99290dc"/>
    <xsd:element name="properties">
      <xsd:complexType>
        <xsd:sequence>
          <xsd:element name="documentManagement">
            <xsd:complexType>
              <xsd:all>
                <xsd:element ref="ns2:DocumentCategory" minOccurs="0"/>
                <xsd:element ref="ns3:MediaServiceMetadata" minOccurs="0"/>
                <xsd:element ref="ns3:MediaServiceFastMetadata" minOccurs="0"/>
                <xsd:element ref="ns3:MediaServiceSearchProperties" minOccurs="0"/>
                <xsd:element ref="ns3:MediaServiceObjectDetectorVersions" minOccurs="0"/>
                <xsd:element ref="ns3:lcf76f155ced4ddcb4097134ff3c332f" minOccurs="0"/>
                <xsd:element ref="ns2:TaxCatchAll" minOccurs="0"/>
                <xsd:element ref="ns3:MediaServiceDateTaken" minOccurs="0"/>
                <xsd:element ref="ns3:MediaServiceOCR"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e5b53d-84c2-4e55-aa25-77c9fc28a059" elementFormDefault="qualified">
    <xsd:import namespace="http://schemas.microsoft.com/office/2006/documentManagement/types"/>
    <xsd:import namespace="http://schemas.microsoft.com/office/infopath/2007/PartnerControls"/>
    <xsd:element name="DocumentCategory" ma:index="8" nillable="true" ma:displayName="DocumentCategory" ma:format="Dropdown" ma:internalName="DocumentCategory">
      <xsd:simpleType>
        <xsd:union memberTypes="dms:Text">
          <xsd:simpleType>
            <xsd:restriction base="dms:Choice">
              <xsd:enumeration value="Branding"/>
              <xsd:enumeration value="Templates"/>
            </xsd:restriction>
          </xsd:simpleType>
        </xsd:union>
      </xsd:simpleType>
    </xsd:element>
    <xsd:element name="TaxCatchAll" ma:index="15" nillable="true" ma:displayName="Taxonomy Catch All Column" ma:hidden="true" ma:list="{42b0da9b-2ecb-4903-8bd5-5d6bf776b1f9}" ma:internalName="TaxCatchAll" ma:showField="CatchAllData" ma:web="2fe5b53d-84c2-4e55-aa25-77c9fc28a059">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1a490d3e-d2a1-4cca-86ce-f017c99290dc" elementFormDefault="qualified">
    <xsd:import namespace="http://schemas.microsoft.com/office/2006/documentManagement/types"/>
    <xsd:import namespace="http://schemas.microsoft.com/office/infopath/2007/PartnerControls"/>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9f123c60-6d59-4beb-a46f-4c7d903a1f29" ma:termSetId="09814cd3-568e-fe90-9814-8d621ff8fb84" ma:anchorId="fba54fb3-c3e1-fe81-a776-ca4b69148c4d" ma:open="true" ma:isKeyword="false">
      <xsd:complexType>
        <xsd:sequence>
          <xsd:element ref="pc:Terms" minOccurs="0" maxOccurs="1"/>
        </xsd:sequence>
      </xsd:complex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2908FC1-7306-49A7-8977-F8747083FE9E}">
  <ds:schemaRefs>
    <ds:schemaRef ds:uri="http://www.w3.org/XML/1998/namespace"/>
    <ds:schemaRef ds:uri="http://purl.org/dc/elements/1.1/"/>
    <ds:schemaRef ds:uri="2fe5b53d-84c2-4e55-aa25-77c9fc28a059"/>
    <ds:schemaRef ds:uri="http://schemas.microsoft.com/office/2006/documentManagement/types"/>
    <ds:schemaRef ds:uri="http://purl.org/dc/terms/"/>
    <ds:schemaRef ds:uri="http://schemas.microsoft.com/office/2006/metadata/properties"/>
    <ds:schemaRef ds:uri="http://purl.org/dc/dcmitype/"/>
    <ds:schemaRef ds:uri="http://schemas.microsoft.com/office/infopath/2007/PartnerControls"/>
    <ds:schemaRef ds:uri="http://schemas.openxmlformats.org/package/2006/metadata/core-properties"/>
    <ds:schemaRef ds:uri="1a490d3e-d2a1-4cca-86ce-f017c99290dc"/>
  </ds:schemaRefs>
</ds:datastoreItem>
</file>

<file path=customXml/itemProps2.xml><?xml version="1.0" encoding="utf-8"?>
<ds:datastoreItem xmlns:ds="http://schemas.openxmlformats.org/officeDocument/2006/customXml" ds:itemID="{D0AA057C-36AC-43CA-B6F3-A652447189B8}">
  <ds:schemaRefs>
    <ds:schemaRef ds:uri="http://schemas.microsoft.com/sharepoint/v3/contenttype/forms"/>
  </ds:schemaRefs>
</ds:datastoreItem>
</file>

<file path=customXml/itemProps3.xml><?xml version="1.0" encoding="utf-8"?>
<ds:datastoreItem xmlns:ds="http://schemas.openxmlformats.org/officeDocument/2006/customXml" ds:itemID="{3CAF4F4E-D1F2-47CA-9702-E27B568F5FE5}">
  <ds:schemaRefs>
    <ds:schemaRef ds:uri="1a490d3e-d2a1-4cca-86ce-f017c99290dc"/>
    <ds:schemaRef ds:uri="2fe5b53d-84c2-4e55-aa25-77c9fc28a05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3e861d16-48b7-4a0e-9806-8c04d81b7b2a}" enabled="0" method="" siteId="{3e861d16-48b7-4a0e-9806-8c04d81b7b2a}" removed="1"/>
</clbl:labelList>
</file>

<file path=docProps/app.xml><?xml version="1.0" encoding="utf-8"?>
<Properties xmlns="http://schemas.openxmlformats.org/officeDocument/2006/extended-properties" xmlns:vt="http://schemas.openxmlformats.org/officeDocument/2006/docPropsVTypes">
  <Template/>
  <TotalTime>0</TotalTime>
  <Application>LibreOffice/25.2.7.2$Windows_X86_64 LibreOffice_project/5cbfd1ab6520636bb5f7b99185aa69bd7456825d</Application>
  <AppVersion>15.0000</AppVersion>
  <Words>5800</Words>
  <Paragraphs>355</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2019-06-25T18:29:43Z</dcterms:created>
  <dc:creator>Fielding, Keri (DTA)</dc:creator>
  <dc:description/>
  <dc:language>en-US</dc:language>
  <cp:lastModifiedBy/>
  <cp:lastPrinted>2019-08-06T13:52:00Z</cp:lastPrinted>
  <dcterms:modified xsi:type="dcterms:W3CDTF">2026-04-28T10:17:07Z</dcterms:modified>
  <cp:revision>3</cp:revision>
  <dc:subject/>
  <dc:title>Department of Transitional Assistance TAFDC Orientation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0x01010070B47E0842C90D42841306073BC7805A</vt:lpwstr>
  </property>
  <property fmtid="{D5CDD505-2E9C-101B-9397-08002B2CF9AE}" pid="3" name="MediaServiceImageTags">
    <vt:lpwstr/>
  </property>
  <property fmtid="{D5CDD505-2E9C-101B-9397-08002B2CF9AE}" pid="4" name="Notes">
    <vt:i4>22</vt:i4>
  </property>
  <property fmtid="{D5CDD505-2E9C-101B-9397-08002B2CF9AE}" pid="5" name="PresentationFormat">
    <vt:lpwstr>On-screen Show (4:3)</vt:lpwstr>
  </property>
  <property fmtid="{D5CDD505-2E9C-101B-9397-08002B2CF9AE}" pid="6" name="Slides">
    <vt:i4>26</vt:i4>
  </property>
</Properties>
</file>